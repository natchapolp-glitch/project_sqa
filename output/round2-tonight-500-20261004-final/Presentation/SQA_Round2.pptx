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4250f5b43a483a" /><Relationship Type="http://schemas.openxmlformats.org/officeDocument/2006/relationships/extended-properties" Target="/docProps/app.xml" Id="R45598826262742a9" /><Relationship Type="http://schemas.openxmlformats.org/officeDocument/2006/relationships/officeDocument" Target="/ppt/presentation.xml" Id="R95e36b255cef44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d2cc0ff7a442d"/>
  </p:sldMasterIdLst>
  <p:notesMasterIdLst>
    <p:notesMasterId xmlns:r="http://schemas.openxmlformats.org/officeDocument/2006/relationships" r:id="R8b6f0e686adf4000"/>
  </p:notesMasterIdLst>
  <p:sldIdLst>
    <p:sldId xmlns:r="http://schemas.openxmlformats.org/officeDocument/2006/relationships" id="256" r:id="Rdfc303fd6b314265"/>
    <p:sldId xmlns:r="http://schemas.openxmlformats.org/officeDocument/2006/relationships" id="257" r:id="Raa039dd84e8c4b05"/>
    <p:sldId xmlns:r="http://schemas.openxmlformats.org/officeDocument/2006/relationships" id="258" r:id="Rb57f051593874b7e"/>
    <p:sldId xmlns:r="http://schemas.openxmlformats.org/officeDocument/2006/relationships" id="259" r:id="Ra40e50cbd71e4c72"/>
    <p:sldId xmlns:r="http://schemas.openxmlformats.org/officeDocument/2006/relationships" id="260" r:id="Rf045cdb9bfc1412b"/>
    <p:sldId xmlns:r="http://schemas.openxmlformats.org/officeDocument/2006/relationships" id="261" r:id="R4bccab45da124790"/>
    <p:sldId xmlns:r="http://schemas.openxmlformats.org/officeDocument/2006/relationships" id="262" r:id="Rb97b23304e8a4f59"/>
    <p:sldId xmlns:r="http://schemas.openxmlformats.org/officeDocument/2006/relationships" id="263" r:id="Rde7190cccea84cc7"/>
    <p:sldId xmlns:r="http://schemas.openxmlformats.org/officeDocument/2006/relationships" id="264" r:id="Rd1629a577c57455f"/>
    <p:sldId xmlns:r="http://schemas.openxmlformats.org/officeDocument/2006/relationships" id="265" r:id="R5be2fe7b3a844501"/>
    <p:sldId xmlns:r="http://schemas.openxmlformats.org/officeDocument/2006/relationships" id="266" r:id="R86edb7344bb44ced"/>
    <p:sldId xmlns:r="http://schemas.openxmlformats.org/officeDocument/2006/relationships" id="267" r:id="R9718a95d43c842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7bbf57250c47b6" /><Relationship Type="http://schemas.openxmlformats.org/officeDocument/2006/relationships/slideMaster" Target="/ppt/slideMasters/slideMaster1.xml" Id="Ra39d2cc0ff7a442d" /><Relationship Type="http://schemas.openxmlformats.org/officeDocument/2006/relationships/notesMaster" Target="/ppt/notesMasters/notesMaster1.xml" Id="R8b6f0e686adf4000" /><Relationship Type="http://schemas.openxmlformats.org/officeDocument/2006/relationships/presProps" Target="/ppt/presProps.xml" Id="R1c0f36b590de422d" /><Relationship Type="http://schemas.openxmlformats.org/officeDocument/2006/relationships/tableStyles" Target="/ppt/tableStyles.xml" Id="Re437d6e6e2874b16" /><Relationship Type="http://schemas.openxmlformats.org/officeDocument/2006/relationships/slide" Target="/ppt/slides/slide1.xml" Id="Rdfc303fd6b314265" /><Relationship Type="http://schemas.openxmlformats.org/officeDocument/2006/relationships/slide" Target="/ppt/slides/slide2.xml" Id="Raa039dd84e8c4b05" /><Relationship Type="http://schemas.openxmlformats.org/officeDocument/2006/relationships/slide" Target="/ppt/slides/slide3.xml" Id="Rb57f051593874b7e" /><Relationship Type="http://schemas.openxmlformats.org/officeDocument/2006/relationships/slide" Target="/ppt/slides/slide4.xml" Id="Ra40e50cbd71e4c72" /><Relationship Type="http://schemas.openxmlformats.org/officeDocument/2006/relationships/slide" Target="/ppt/slides/slide5.xml" Id="Rf045cdb9bfc1412b" /><Relationship Type="http://schemas.openxmlformats.org/officeDocument/2006/relationships/slide" Target="/ppt/slides/slide6.xml" Id="R4bccab45da124790" /><Relationship Type="http://schemas.openxmlformats.org/officeDocument/2006/relationships/slide" Target="/ppt/slides/slide7.xml" Id="Rb97b23304e8a4f59" /><Relationship Type="http://schemas.openxmlformats.org/officeDocument/2006/relationships/slide" Target="/ppt/slides/slide8.xml" Id="Rde7190cccea84cc7" /><Relationship Type="http://schemas.openxmlformats.org/officeDocument/2006/relationships/slide" Target="/ppt/slides/slide9.xml" Id="Rd1629a577c57455f" /><Relationship Type="http://schemas.openxmlformats.org/officeDocument/2006/relationships/slide" Target="/ppt/slides/slide10.xml" Id="R5be2fe7b3a844501" /><Relationship Type="http://schemas.openxmlformats.org/officeDocument/2006/relationships/slide" Target="/ppt/slides/slide11.xml" Id="R86edb7344bb44ced" /><Relationship Type="http://schemas.openxmlformats.org/officeDocument/2006/relationships/slide" Target="/ppt/slides/slide12.xml" Id="R9718a95d43c842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d68a9153dc41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e1a1a67468421b" /><Relationship Type="http://schemas.openxmlformats.org/officeDocument/2006/relationships/notesMaster" Target="/ppt/notesMasters/notesMaster1.xml" Id="R0bd8d455006246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52ed57bd464807" /><Relationship Type="http://schemas.openxmlformats.org/officeDocument/2006/relationships/notesMaster" Target="/ppt/notesMasters/notesMaster1.xml" Id="R53cb27f4f75746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b98cf5667d4d4e" /><Relationship Type="http://schemas.openxmlformats.org/officeDocument/2006/relationships/notesMaster" Target="/ppt/notesMasters/notesMaster1.xml" Id="R4310fd23140e41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6a1f7a9d654488" /><Relationship Type="http://schemas.openxmlformats.org/officeDocument/2006/relationships/notesMaster" Target="/ppt/notesMasters/notesMaster1.xml" Id="R3f2a13a495234c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bf92db1d504414" /><Relationship Type="http://schemas.openxmlformats.org/officeDocument/2006/relationships/notesMaster" Target="/ppt/notesMasters/notesMaster1.xml" Id="Ra3065e71af464c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6d31be32434636" /><Relationship Type="http://schemas.openxmlformats.org/officeDocument/2006/relationships/notesMaster" Target="/ppt/notesMasters/notesMaster1.xml" Id="R43b2e61d30d84a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267739fb7a4494" /><Relationship Type="http://schemas.openxmlformats.org/officeDocument/2006/relationships/notesMaster" Target="/ppt/notesMasters/notesMaster1.xml" Id="Rdc610c50f83a41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5020e9c61a43d5" /><Relationship Type="http://schemas.openxmlformats.org/officeDocument/2006/relationships/notesMaster" Target="/ppt/notesMasters/notesMaster1.xml" Id="R0fe7768fa31945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f9655457714e19" /><Relationship Type="http://schemas.openxmlformats.org/officeDocument/2006/relationships/notesMaster" Target="/ppt/notesMasters/notesMaster1.xml" Id="R988b56b3fc074a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c76bf33d6f4cac" /><Relationship Type="http://schemas.openxmlformats.org/officeDocument/2006/relationships/notesMaster" Target="/ppt/notesMasters/notesMaster1.xml" Id="R15adba9710ca40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d82ba72be34b3c" /><Relationship Type="http://schemas.openxmlformats.org/officeDocument/2006/relationships/notesMaster" Target="/ppt/notesMasters/notesMaster1.xml" Id="R53d0c5d437cd4e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62346c778d4076" /><Relationship Type="http://schemas.openxmlformats.org/officeDocument/2006/relationships/notesMaster" Target="/ppt/notesMasters/notesMaster1.xml" Id="R81d2a4f6971147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ผลบางส่วน เป้าที่เลือก 500 bugs. สมาชิก: นายธนินธร อันทรบุตร 673380043-6; นายศุภกร กรมรินทร์ 673380061-4; นายณัชพล เพ็งพล 673380267-4; นายณัฐกรณ์ อินธิสาร 673380268-2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500 bugs from 854 installed; 2000 jobs. Counts come from sealed outcomes.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measurement uses Defects4J. Two fixed passes validate the same suite, not independent generation repeats.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CMA-ES minimizes fixed-behavior frequency, not runtime coverage. FSCS-ART maximizes minimum normalized input distance; candidate set10. Source: included generate.py, atcg code, v12 adapter.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P01/P02 then optional single P03; actual fixed coverage determines P04. Both models share wording/context/policies within condition. No buggy failure enters repair.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conditions are disclosed separately, not asserted identical. Account aliases fixed per job; no within-job key switch. No independent buckets inferred from key count.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DONE means fixed twice + buggy + coverage complete. Fault counts exclude missing/invalid/harness cases.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Descriptive means of per-case measured ratios. Missing ratios excluded, not zero. Unequal domains and suite sizes prevent superiority inference. Cobertura condition counters.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failed outputs preserved. Infrastructure problems do not prove product fault. No extra repair/generation to obtain better results.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Input/output components are reported separately. Missing total_tokens in Sonnet is not replaced by an invented provider total. Ten keys do not prove ten independent quota buckets.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Presentation/demo.py displays measurements; --replay uses actual packaged archives in fresh output directories, no KKU calls. Fresh Java11/D4J setup or original host required.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 results are disclosed. Full-scope inventory is planned, not executed proof. Source: course round2 specification, snapshot manifest.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2026-10-04T14:44:13.524138+00:00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d93b7b1b74f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05701b307a4d75" /><Relationship Type="http://schemas.openxmlformats.org/officeDocument/2006/relationships/slideLayout" Target="/ppt/slideLayouts/slideLayout1.xml" Id="R8c72dfccaea944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72dfccaea944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1849a87c54b71" /><Relationship Type="http://schemas.openxmlformats.org/officeDocument/2006/relationships/notesSlide" Target="/ppt/notesSlides/notesSlide1.xml" Id="R73780dfb040e49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b6fdc82674eb0" /><Relationship Type="http://schemas.openxmlformats.org/officeDocument/2006/relationships/notesSlide" Target="/ppt/notesSlides/notesSlide2.xml" Id="R097dd3028e354d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842cf6d134537" /><Relationship Type="http://schemas.openxmlformats.org/officeDocument/2006/relationships/notesSlide" Target="/ppt/notesSlides/notesSlide3.xml" Id="R301523d0275647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136ba676446bc" /><Relationship Type="http://schemas.openxmlformats.org/officeDocument/2006/relationships/notesSlide" Target="/ppt/notesSlides/notesSlide4.xml" Id="R3bc1483723c44e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d685bf75b47f6" /><Relationship Type="http://schemas.openxmlformats.org/officeDocument/2006/relationships/notesSlide" Target="/ppt/notesSlides/notesSlide5.xml" Id="R3e83e698540c40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9c5d157304561" /><Relationship Type="http://schemas.openxmlformats.org/officeDocument/2006/relationships/notesSlide" Target="/ppt/notesSlides/notesSlide6.xml" Id="R41073490362c47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e54e2cd6d40ca" /><Relationship Type="http://schemas.openxmlformats.org/officeDocument/2006/relationships/notesSlide" Target="/ppt/notesSlides/notesSlide7.xml" Id="Rac1d5b018fbf48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b35141c664edc" /><Relationship Type="http://schemas.openxmlformats.org/officeDocument/2006/relationships/chart" Target="/ppt/slides/charts/chart1.xml" Id="Rd0ae14169cc645db" /><Relationship Type="http://schemas.openxmlformats.org/officeDocument/2006/relationships/notesSlide" Target="/ppt/notesSlides/notesSlide8.xml" Id="Rf2b305603bde49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7dc48e1754651" /><Relationship Type="http://schemas.openxmlformats.org/officeDocument/2006/relationships/notesSlide" Target="/ppt/notesSlides/notesSlide9.xml" Id="Rf6c861cddef44b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46f9012ad4506" /><Relationship Type="http://schemas.openxmlformats.org/officeDocument/2006/relationships/notesSlide" Target="/ppt/notesSlides/notesSlide10.xml" Id="R353324e1eca149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7e5f675ca4be5" /><Relationship Type="http://schemas.openxmlformats.org/officeDocument/2006/relationships/notesSlide" Target="/ppt/notesSlides/notesSlide11.xml" Id="Rdf2085b168ed42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a93ac889f483c" /><Relationship Type="http://schemas.openxmlformats.org/officeDocument/2006/relationships/notesSlide" Target="/ppt/notesSlides/notesSlide12.xml" Id="R34a9f84322014f9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Line coverage (%)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Sonnet 5</c:v>
                </c:pt>
                <c:pt idx="3">
                  <c:v>KKU Gemini 3.5 Flash Lite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35.7</c:v>
                </c:pt>
                <c:pt idx="1">
                  <c:v>35.6</c:v>
                </c:pt>
                <c:pt idx="2">
                  <c:v>52.9</c:v>
                </c:pt>
                <c:pt idx="3">
                  <c:v>60.1</c:v>
                </c:pt>
              </c:numCache>
            </c:numRef>
          </c:val>
        </c:ser>
        <c:ser>
          <c:idx val="1"/>
          <c:order val="1"/>
          <c:tx>
            <c:v>Condition coverage (%)</c:v>
          </c:tx>
          <c:spPr>
            <a:solidFill xmlns:a="http://schemas.openxmlformats.org/drawingml/2006/main">
              <a:srgbClr val="526B83"/>
            </a:solidFill>
          </c:spPr>
          <c:cat>
            <c:strRef>
              <c:f>'Chart Data'!$C$2:$C$5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Sonnet 5</c:v>
                </c:pt>
                <c:pt idx="3">
                  <c:v>KKU Gemini 3.5 Flash Lite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23.6</c:v>
                </c:pt>
                <c:pt idx="1">
                  <c:v>22.6</c:v>
                </c:pt>
                <c:pt idx="2">
                  <c:v>44.5</c:v>
                </c:pt>
                <c:pt idx="3">
                  <c:v>49.8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Tahoma"/>
              <a:ea typeface="Tahoma"/>
              <a:cs typeface="Tahoma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3D480-279A-41BC-95D6-AF24CB60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26371"/>
                </a:solidFill>
                <a:latin typeface="Tahoma"/>
                <a:ea typeface="Tahoma"/>
                <a:cs typeface="Tahoma"/>
              </a:rPr>
              <a:t>CP353201 SOFTWARE QUALITY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AA675-191E-49F0-9E88-83F9EADC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การสร้าง Unit Tests</a:t>
            </a:r>
          </a:p>
          <a:p xmlns:a="http://schemas.openxmlformats.org/drawingml/2006/main">
            <a:pPr>
              <a:defRPr sz="435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ด้วยอัลกอริทึมและ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AEC32-5F97-4E03-96E6-E0F58B5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Defects4J: 130 bugs / 17 projects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D44D9-EFE1-4966-A5EE-3535A1D7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CMA-ES · FSCS-ART · KKU Sonnet 5 · Gemini 3.5 Flash 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CB23E-2BA3-4CF7-8310-F745D2EB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526371"/>
                </a:solidFill>
                <a:latin typeface="Tahoma"/>
                <a:ea typeface="Tahoma"/>
                <a:cs typeface="Tahoma"/>
              </a:rPr>
              <a:t>รอบ 2 | ผลที่เก็บได้ ณ 4 ตุลาคม 2026</a:t>
            </a:r>
          </a:p>
        </p:txBody>
      </p:sp>
    </p:spTree>
    <p:extLst>
      <p:ext uri="{BB962C8B-B14F-4D97-AF65-F5344CB8AC3E}">
        <p14:creationId xmlns:p14="http://schemas.microsoft.com/office/powerpoint/2010/main" val="1898190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6EB18-14F8-47F6-AAE0-62CF1430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ขอบเขตของผลที่นำเสนอ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11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จำนวน / เงื่อนไข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เป้าที่เลือก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500 bugs × 4 วิธี = 2,000 jobs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มีผลบันทึก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130 bugs / 17 projects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Jobs ที่บันทึก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396 / 2,000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ครบ 4 outcomes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68 bugs (รวมผลไม่ผ่าน)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ครบ 4 evaluations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9 bugs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B572E-CBDA-4A57-9B6D-8098BE09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ชุดนี้เป็นผลบางส่วน พร้อมรายการที่ยังค้าง</a:t>
            </a:r>
          </a:p>
        </p:txBody>
      </p:sp>
    </p:spTree>
    <p:extLst>
      <p:ext uri="{BB962C8B-B14F-4D97-AF65-F5344CB8AC3E}">
        <p14:creationId xmlns:p14="http://schemas.microsoft.com/office/powerpoint/2010/main" val="682651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A632D-79CB-42E9-9035-43D0D7D6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กระบวนการทดลอง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F9FD2-F17A-4860-A2AB-EF137045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1  สร้าง JUnit suite ด้วย 2 algorithms และ 2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2  ตรวจ fixed revision สองครั้ง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3  รัน buggy revision และวัด fixed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4  เก็บทุก outcome แล้วเปรียบเทียบเฉพาะค่าที่วัดได้</a:t>
            </a:r>
          </a:p>
        </p:txBody>
      </p:sp>
    </p:spTree>
    <p:extLst>
      <p:ext uri="{BB962C8B-B14F-4D97-AF65-F5344CB8AC3E}">
        <p14:creationId xmlns:p14="http://schemas.microsoft.com/office/powerpoint/2010/main" val="1397870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BCB4F-2A17-4F4B-A15C-FFA176E0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CMA-ES และ FSCS-ART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334000"/>
                <a:gridCol w="325755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การเลือก input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Oracle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ปรับ mean / covariance / step size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Fixed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เลือก candidate ที่ห่างจากชุดเดิม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Fixed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ใช้ร่วมกัน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Seed 101 / budget 30 vectors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ตรวจ target invocation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B65D1-44A2-4692-92D9-64C58EDF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Coverage วัดภายหลัง ไม่ใช่ CMA-ES fitness</a:t>
            </a:r>
          </a:p>
        </p:txBody>
      </p:sp>
    </p:spTree>
    <p:extLst>
      <p:ext uri="{BB962C8B-B14F-4D97-AF65-F5344CB8AC3E}">
        <p14:creationId xmlns:p14="http://schemas.microsoft.com/office/powerpoint/2010/main" val="1079635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85076-9CC0-4E3D-81C5-14377614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AI ผ่าน KKU IntelSphere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30E17-16A8-4E5F-8826-532AF692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P01  วิเคราะห์ → P02  สร้าง Java/JUnit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P03  ซ่อม compile/fixed ได้หนึ่งครั้ง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P04  เพิ่ม tests; ถ้าใช้ไม่ได้ เก็บ base ที่ valid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Temperature 0 / max output 4,096 tokens ตาม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E1B8E-896F-4A55-8368-C5A26F63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เก็บ raw prompt / response / usage / ผลไม่ผ่าน</a:t>
            </a:r>
          </a:p>
        </p:txBody>
      </p:sp>
    </p:spTree>
    <p:extLst>
      <p:ext uri="{BB962C8B-B14F-4D97-AF65-F5344CB8AC3E}">
        <p14:creationId xmlns:p14="http://schemas.microsoft.com/office/powerpoint/2010/main" val="439738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74CA4-6923-4F8E-B765-F9F54A7F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Pilot และรอบย่อ context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73380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เงื่อนไข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P01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P02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Pilot: Csv/Lang/Math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Buggy source + signatures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ไม่เกิน 12 methods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Compact nightly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Metadata + signatures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แนะนำ 4–6; เพดาน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ทั้งสองรุ่น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ซ่อม 1 ครั้ง / เพิ่มไม่เกิน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ไม่ส่ง fixed source หรือ patch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F118D-B054-40DC-8C65-810EFEF4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ผลต่างรุ่นมีป้ายกำกับ; ไม่วนรันเพื่อให้ผ่าน</a:t>
            </a:r>
          </a:p>
        </p:txBody>
      </p:sp>
    </p:spTree>
    <p:extLst>
      <p:ext uri="{BB962C8B-B14F-4D97-AF65-F5344CB8AC3E}">
        <p14:creationId xmlns:p14="http://schemas.microsoft.com/office/powerpoint/2010/main" val="1503630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EBE77-DFA2-4B43-9B2A-62CD0BB4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ผลการทดลองทั้ง 4 วิธี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095500"/>
                <a:gridCol w="1714500"/>
                <a:gridCol w="35433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Attempted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DONE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พบ fault / วัดได้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10 / 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9 / 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KKU Sonnet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3 / 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KKU Gemini 3.5 Flash 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3 / 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E5AFB-5D01-4236-9417-F3683A2E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ไม่ผ่านก็เป็นผลทดลอง; quota/pending แยกต่างหาก</a:t>
            </a:r>
          </a:p>
        </p:txBody>
      </p:sp>
    </p:spTree>
    <p:extLst>
      <p:ext uri="{BB962C8B-B14F-4D97-AF65-F5344CB8AC3E}">
        <p14:creationId xmlns:p14="http://schemas.microsoft.com/office/powerpoint/2010/main" val="1779149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068C2-927D-476F-B6AD-BFF91748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Coverage เฉพาะ cases ที่วัดได้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ae14169cc645d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145A0-BB0F-4012-ADBB-65EE1B51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371"/>
                </a:solidFill>
                <a:latin typeface="Tahoma"/>
                <a:ea typeface="Tahoma"/>
                <a:cs typeface="Tahoma"/>
              </a:rPr>
              <a:t>Measured cases: CMA-ES 75/74 · FSCS-ART 75/74 · KKU Sonnet 5 27/27 · KKU Gemini 3.5 Flash Lite 26/26</a:t>
            </a:r>
          </a:p>
        </p:txBody>
      </p:sp>
    </p:spTree>
    <p:extLst>
      <p:ext uri="{BB962C8B-B14F-4D97-AF65-F5344CB8AC3E}">
        <p14:creationId xmlns:p14="http://schemas.microsoft.com/office/powerpoint/2010/main" val="1503435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6D447-2729-44CF-A819-F92A01B1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ผลไม่ผ่านและข้อจำกัด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FED9C-2D68-4B8E-8B85-E0ED9A3C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Sonnet Lang: output ชนเพดาน 4,096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Sonnet Math pilot: พักก่อน P02 ตาม quota guard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Cli: classpath ขาด Hamcrest เป็น harness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Suites และ oracle ต่างกัน; ผลยังไม่ครบ dataset</a:t>
            </a:r>
          </a:p>
        </p:txBody>
      </p:sp>
    </p:spTree>
    <p:extLst>
      <p:ext uri="{BB962C8B-B14F-4D97-AF65-F5344CB8AC3E}">
        <p14:creationId xmlns:p14="http://schemas.microsoft.com/office/powerpoint/2010/main" val="4873316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28EA9-F18A-4C80-A5F6-3AF66279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Token usage ที่มีหลักฐาน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381250"/>
                <a:gridCol w="2381250"/>
                <a:gridCol w="2305050"/>
              </a:tblGrid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Input tokens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Output tokens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API calls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KKU Sonnet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972993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250378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KKU Gemini 3.5 Flash 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761653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149950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8E949-7E0C-4EC1-B7B6-70C3B25F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โควตาเป็นค่าที่สังเกตตอนตอบ ไม่ใช่ยอดรับรองปัจจุบัน</a:t>
            </a:r>
          </a:p>
        </p:txBody>
      </p:sp>
    </p:spTree>
    <p:extLst>
      <p:ext uri="{BB962C8B-B14F-4D97-AF65-F5344CB8AC3E}">
        <p14:creationId xmlns:p14="http://schemas.microsoft.com/office/powerpoint/2010/main" val="1072684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76083-EDAF-4EB5-9E9E-1D1688E1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Demo: ดูหลักฐานและรัน suite เดิม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F7D8C-8335-402C-AAA0-E34B882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เปิด test code / prompt / raw answer ของ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แสดง fixed → buggy → coverage จากผลจริง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Replay archive เดิมด้วย Defects4J ใน output 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อธิบายผลผ่าน ไม่ผ่าน และ denominator ของ metrics</a:t>
            </a:r>
          </a:p>
        </p:txBody>
      </p:sp>
    </p:spTree>
    <p:extLst>
      <p:ext uri="{BB962C8B-B14F-4D97-AF65-F5344CB8AC3E}">
        <p14:creationId xmlns:p14="http://schemas.microsoft.com/office/powerpoint/2010/main" val="1205123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7E7B0-E53F-4F35-9373-C619C430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สิ่งส่งมอบและงานที่ยังค้าง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0A827-297B-45F6-AEE1-AAFB34F5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Code / Configuration / Test / Prompt / Raw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Report PDF + CSV summaries + editable PowerPoint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Demo guide + replay + checksums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ขยาย cases ที่เหลือโดยเก็บทุก outcome ตามจริง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806A2-A16C-44A1-8EAA-E4691EF4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ไม่อ้างว่าครบ 500 bugs เมื่อยังมี pending</a:t>
            </a:r>
          </a:p>
        </p:txBody>
      </p:sp>
    </p:spTree>
    <p:extLst>
      <p:ext uri="{BB962C8B-B14F-4D97-AF65-F5344CB8AC3E}">
        <p14:creationId xmlns:p14="http://schemas.microsoft.com/office/powerpoint/2010/main" val="1897588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2026-10-04T14:46:46.9900000Z</dcterms:created>
  <dcterms:modified xsi:type="dcterms:W3CDTF">2026-10-04T14:46:46.9900000Z</dcterms:modified>
</coreProperties>
</file>