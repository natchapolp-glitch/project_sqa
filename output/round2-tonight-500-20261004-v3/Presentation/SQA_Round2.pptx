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1b5ac8e1c47df" /><Relationship Type="http://schemas.openxmlformats.org/officeDocument/2006/relationships/extended-properties" Target="/docProps/app.xml" Id="R48734dd1ed474d3e" /><Relationship Type="http://schemas.openxmlformats.org/officeDocument/2006/relationships/officeDocument" Target="/ppt/presentation.xml" Id="R8a6d0ac7859545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b1e7a8717a48d3"/>
  </p:sldMasterIdLst>
  <p:notesMasterIdLst>
    <p:notesMasterId xmlns:r="http://schemas.openxmlformats.org/officeDocument/2006/relationships" r:id="R05a7137e85784eae"/>
  </p:notesMasterIdLst>
  <p:sldIdLst>
    <p:sldId xmlns:r="http://schemas.openxmlformats.org/officeDocument/2006/relationships" id="256" r:id="Rce62b78c8db6487e"/>
    <p:sldId xmlns:r="http://schemas.openxmlformats.org/officeDocument/2006/relationships" id="257" r:id="R7c3525fef40b493f"/>
    <p:sldId xmlns:r="http://schemas.openxmlformats.org/officeDocument/2006/relationships" id="258" r:id="R89f7bd7fece94576"/>
    <p:sldId xmlns:r="http://schemas.openxmlformats.org/officeDocument/2006/relationships" id="259" r:id="R8b281dd503fa49ac"/>
    <p:sldId xmlns:r="http://schemas.openxmlformats.org/officeDocument/2006/relationships" id="260" r:id="R899590b5a42a4070"/>
    <p:sldId xmlns:r="http://schemas.openxmlformats.org/officeDocument/2006/relationships" id="261" r:id="R5f0a7e04b08b400f"/>
    <p:sldId xmlns:r="http://schemas.openxmlformats.org/officeDocument/2006/relationships" id="262" r:id="Ra561804e1b024955"/>
    <p:sldId xmlns:r="http://schemas.openxmlformats.org/officeDocument/2006/relationships" id="263" r:id="R50ab2f4c11214777"/>
    <p:sldId xmlns:r="http://schemas.openxmlformats.org/officeDocument/2006/relationships" id="264" r:id="Rd6b46b6223bd4a55"/>
    <p:sldId xmlns:r="http://schemas.openxmlformats.org/officeDocument/2006/relationships" id="265" r:id="Rf2c8ac28ec1845af"/>
    <p:sldId xmlns:r="http://schemas.openxmlformats.org/officeDocument/2006/relationships" id="266" r:id="R715dd1fb39024da4"/>
    <p:sldId xmlns:r="http://schemas.openxmlformats.org/officeDocument/2006/relationships" id="267" r:id="R263afa36a246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7a0e01afb4aa0" /><Relationship Type="http://schemas.openxmlformats.org/officeDocument/2006/relationships/slideMaster" Target="/ppt/slideMasters/slideMaster1.xml" Id="R51b1e7a8717a48d3" /><Relationship Type="http://schemas.openxmlformats.org/officeDocument/2006/relationships/notesMaster" Target="/ppt/notesMasters/notesMaster1.xml" Id="R05a7137e85784eae" /><Relationship Type="http://schemas.openxmlformats.org/officeDocument/2006/relationships/presProps" Target="/ppt/presProps.xml" Id="R7b556e903d6f42ce" /><Relationship Type="http://schemas.openxmlformats.org/officeDocument/2006/relationships/tableStyles" Target="/ppt/tableStyles.xml" Id="Rc01f87d637a94b9b" /><Relationship Type="http://schemas.openxmlformats.org/officeDocument/2006/relationships/slide" Target="/ppt/slides/slide1.xml" Id="Rce62b78c8db6487e" /><Relationship Type="http://schemas.openxmlformats.org/officeDocument/2006/relationships/slide" Target="/ppt/slides/slide2.xml" Id="R7c3525fef40b493f" /><Relationship Type="http://schemas.openxmlformats.org/officeDocument/2006/relationships/slide" Target="/ppt/slides/slide3.xml" Id="R89f7bd7fece94576" /><Relationship Type="http://schemas.openxmlformats.org/officeDocument/2006/relationships/slide" Target="/ppt/slides/slide4.xml" Id="R8b281dd503fa49ac" /><Relationship Type="http://schemas.openxmlformats.org/officeDocument/2006/relationships/slide" Target="/ppt/slides/slide5.xml" Id="R899590b5a42a4070" /><Relationship Type="http://schemas.openxmlformats.org/officeDocument/2006/relationships/slide" Target="/ppt/slides/slide6.xml" Id="R5f0a7e04b08b400f" /><Relationship Type="http://schemas.openxmlformats.org/officeDocument/2006/relationships/slide" Target="/ppt/slides/slide7.xml" Id="Ra561804e1b024955" /><Relationship Type="http://schemas.openxmlformats.org/officeDocument/2006/relationships/slide" Target="/ppt/slides/slide8.xml" Id="R50ab2f4c11214777" /><Relationship Type="http://schemas.openxmlformats.org/officeDocument/2006/relationships/slide" Target="/ppt/slides/slide9.xml" Id="Rd6b46b6223bd4a55" /><Relationship Type="http://schemas.openxmlformats.org/officeDocument/2006/relationships/slide" Target="/ppt/slides/slide10.xml" Id="Rf2c8ac28ec1845af" /><Relationship Type="http://schemas.openxmlformats.org/officeDocument/2006/relationships/slide" Target="/ppt/slides/slide11.xml" Id="R715dd1fb39024da4" /><Relationship Type="http://schemas.openxmlformats.org/officeDocument/2006/relationships/slide" Target="/ppt/slides/slide12.xml" Id="R263afa36a246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2d5ad9a183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f12f2fb7e4802" /><Relationship Type="http://schemas.openxmlformats.org/officeDocument/2006/relationships/notesMaster" Target="/ppt/notesMasters/notesMaster1.xml" Id="R8cf9a059a92849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f5b68a728a4fc2" /><Relationship Type="http://schemas.openxmlformats.org/officeDocument/2006/relationships/notesMaster" Target="/ppt/notesMasters/notesMaster1.xml" Id="Rf577c15d56024f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d6b647d93f4517" /><Relationship Type="http://schemas.openxmlformats.org/officeDocument/2006/relationships/notesMaster" Target="/ppt/notesMasters/notesMaster1.xml" Id="R44e5558024f64e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09ffe7993d427b" /><Relationship Type="http://schemas.openxmlformats.org/officeDocument/2006/relationships/notesMaster" Target="/ppt/notesMasters/notesMaster1.xml" Id="Rb91db8c27609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b85f80ac63438e" /><Relationship Type="http://schemas.openxmlformats.org/officeDocument/2006/relationships/notesMaster" Target="/ppt/notesMasters/notesMaster1.xml" Id="Rfddef3547b464d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85dc22272e47ce" /><Relationship Type="http://schemas.openxmlformats.org/officeDocument/2006/relationships/notesMaster" Target="/ppt/notesMasters/notesMaster1.xml" Id="R989c8fb4b1d04c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36c95741d4688" /><Relationship Type="http://schemas.openxmlformats.org/officeDocument/2006/relationships/notesMaster" Target="/ppt/notesMasters/notesMaster1.xml" Id="R30891e1f5cf541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d8b122cec6465d" /><Relationship Type="http://schemas.openxmlformats.org/officeDocument/2006/relationships/notesMaster" Target="/ppt/notesMasters/notesMaster1.xml" Id="R10fd98fc6aac45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79d27bd99843a8" /><Relationship Type="http://schemas.openxmlformats.org/officeDocument/2006/relationships/notesMaster" Target="/ppt/notesMasters/notesMaster1.xml" Id="Rb291865df7b44c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c4d37745ae4475" /><Relationship Type="http://schemas.openxmlformats.org/officeDocument/2006/relationships/notesMaster" Target="/ppt/notesMasters/notesMaster1.xml" Id="Reae7afb0bba347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50c21a170449c4" /><Relationship Type="http://schemas.openxmlformats.org/officeDocument/2006/relationships/notesMaster" Target="/ppt/notesMasters/notesMaster1.xml" Id="Rf1507cb0ea5e4b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31758be0b943d0" /><Relationship Type="http://schemas.openxmlformats.org/officeDocument/2006/relationships/notesMaster" Target="/ppt/notesMasters/notesMaster1.xml" Id="R5ab54f616e1f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ผลบางส่วน เป้าที่เลือก 500 bugs. สมาชิก: นายธนินธร อันทรบุตร 673380043-6; นายศุภกร กรมรินทร์ 673380061-4; นายณัชพล เพ็งพล 673380267-4; นายณัฐกรณ์ อินธิสาร 673380268-2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500 bugs from 854 installed; 2000 jobs. Counts come from sealed outcomes.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measurement uses Defects4J. Two fixed passes validate the same suite, not independent generation repeats.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CMA-ES minimizes fixed-behavior frequency, not runtime coverage. FSCS-ART maximizes minimum normalized input distance; candidate set10. Source: included generate.py, atcg code, v12 adapter.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P01/P02 then optional single P03; actual fixed coverage determines P04. Both models share wording/context/policies within condition. No buggy failure enters repair.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conditions are disclosed separately, not asserted identical. Account aliases fixed per job; no within-job key switch. No independent buckets inferred from key count.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DONE means fixed twice + buggy + coverage complete. Fault counts exclude missing/invalid/harness cases.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Descriptive means of per-case measured ratios. Missing ratios excluded, not zero. Unequal domains and suite sizes prevent superiority inference. Cobertura condition counters.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failed outputs preserved. Infrastructure problems do not prove product fault. No extra repair/generation to obtain better results.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Input/output components are reported separately. Missing total_tokens in Sonnet is not replaced by an invented provider total. Ten keys do not prove ten independent quota buckets.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Presentation/demo.py displays measurements; --replay uses actual packaged archives in fresh output directories, no KKU calls. Fresh Java11/D4J setup or original host required.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Partial results are disclosed. Full-scope inventory is planned, not executed proof. Source: course round2 specification, snapshot manifest.</a:t>
            </a:r>
          </a:p>
          <a:p xmlns:a="http://schemas.openxmlformats.org/drawingml/2006/main">
            <a:r>
              <a:t>Source: Experiment/snapshot.json and Report/data/final_comparison.csv; raw outcomes/protocols included. Snapshot: 2026-10-04T04:41:03.810754+00:00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7a4bcc214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4df7fc9164d2b" /><Relationship Type="http://schemas.openxmlformats.org/officeDocument/2006/relationships/slideLayout" Target="/ppt/slideLayouts/slideLayout1.xml" Id="R37aab13ee4e149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ab13ee4e149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814e6df694c98" /><Relationship Type="http://schemas.openxmlformats.org/officeDocument/2006/relationships/notesSlide" Target="/ppt/notesSlides/notesSlide1.xml" Id="R22e3e6b985c54e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e655fe6434d44" /><Relationship Type="http://schemas.openxmlformats.org/officeDocument/2006/relationships/notesSlide" Target="/ppt/notesSlides/notesSlide2.xml" Id="R22ccd314d05b4a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8c540d2db4c1b" /><Relationship Type="http://schemas.openxmlformats.org/officeDocument/2006/relationships/notesSlide" Target="/ppt/notesSlides/notesSlide3.xml" Id="Rad8322937841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2b65b3b2e459c" /><Relationship Type="http://schemas.openxmlformats.org/officeDocument/2006/relationships/notesSlide" Target="/ppt/notesSlides/notesSlide4.xml" Id="R3b81f1241b6f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b85c3d474c2d" /><Relationship Type="http://schemas.openxmlformats.org/officeDocument/2006/relationships/notesSlide" Target="/ppt/notesSlides/notesSlide5.xml" Id="Rc3049e6518e340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4c342550d4054" /><Relationship Type="http://schemas.openxmlformats.org/officeDocument/2006/relationships/notesSlide" Target="/ppt/notesSlides/notesSlide6.xml" Id="R93d055aa75c640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88a5eb748426d" /><Relationship Type="http://schemas.openxmlformats.org/officeDocument/2006/relationships/notesSlide" Target="/ppt/notesSlides/notesSlide7.xml" Id="Ra8998d12ef1e40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36502e1fa45e0" /><Relationship Type="http://schemas.openxmlformats.org/officeDocument/2006/relationships/chart" Target="/ppt/slides/charts/chart1.xml" Id="R8b7553c4ee0740f5" /><Relationship Type="http://schemas.openxmlformats.org/officeDocument/2006/relationships/notesSlide" Target="/ppt/notesSlides/notesSlide8.xml" Id="R012dad4b182c4b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6a7f347e44e2c" /><Relationship Type="http://schemas.openxmlformats.org/officeDocument/2006/relationships/notesSlide" Target="/ppt/notesSlides/notesSlide9.xml" Id="Rec2f4de08a804e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aabc69a9340e9" /><Relationship Type="http://schemas.openxmlformats.org/officeDocument/2006/relationships/notesSlide" Target="/ppt/notesSlides/notesSlide10.xml" Id="Rf2cd54fa1af84b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313344048450f" /><Relationship Type="http://schemas.openxmlformats.org/officeDocument/2006/relationships/notesSlide" Target="/ppt/notesSlides/notesSlide11.xml" Id="Rb1abd7b4dcf045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9bd859594437f" /><Relationship Type="http://schemas.openxmlformats.org/officeDocument/2006/relationships/notesSlide" Target="/ppt/notesSlides/notesSlide12.xml" Id="R427f82f161a541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coverage (%)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Sonnet 5</c:v>
                </c:pt>
                <c:pt idx="3">
                  <c:v>KKU Gemini 3.5 Flash Lite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45.6</c:v>
                </c:pt>
                <c:pt idx="1">
                  <c:v>43.8</c:v>
                </c:pt>
                <c:pt idx="2">
                  <c:v>61</c:v>
                </c:pt>
                <c:pt idx="3">
                  <c:v>59.6</c:v>
                </c:pt>
              </c:numCache>
            </c:numRef>
          </c:val>
        </c:ser>
        <c:ser>
          <c:idx val="1"/>
          <c:order val="1"/>
          <c:tx>
            <c:v>Condition coverage (%)</c:v>
          </c:tx>
          <c:spPr>
            <a:solidFill xmlns:a="http://schemas.openxmlformats.org/drawingml/2006/main">
              <a:srgbClr val="526B83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Sonnet 5</c:v>
                </c:pt>
                <c:pt idx="3">
                  <c:v>KKU Gemini 3.5 Flash Lite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28.6</c:v>
                </c:pt>
                <c:pt idx="1">
                  <c:v>27.6</c:v>
                </c:pt>
                <c:pt idx="2">
                  <c:v>51.5</c:v>
                </c:pt>
                <c:pt idx="3">
                  <c:v>46.8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86341-7779-434A-AB14-D0123C2F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CP353201 SOFTWARE QUALITY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65197-9A24-4B68-828F-8CF6B6F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การสร้าง Unit Tests</a:t>
            </a:r>
          </a:p>
          <a:p xmlns:a="http://schemas.openxmlformats.org/drawingml/2006/main">
            <a:pPr>
              <a:defRPr sz="435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ด้วยอัลกอริทึมและ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68AB3-438A-423C-9076-E188C54B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Defects4J: 17 bugs / 17 projects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6C87D-F4E2-4F83-B4B7-7527985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CMA-ES · FSCS-ART · KKU Sonnet 5 · Gemini 3.5 Flash 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6C08-8D2B-4BD8-8CF6-F4743DF1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รอบ 2 | ผลที่เก็บได้ ณ 4 ตุลาคม 2026</a:t>
            </a:r>
          </a:p>
        </p:txBody>
      </p:sp>
    </p:spTree>
    <p:extLst>
      <p:ext uri="{BB962C8B-B14F-4D97-AF65-F5344CB8AC3E}">
        <p14:creationId xmlns:p14="http://schemas.microsoft.com/office/powerpoint/2010/main" val="1045765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99395-8A18-4F47-BFD5-0584725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ขอบเขตของผลที่นำเสนอ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11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จำนวน / เงื่อนไข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เป้าที่เลือก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500 bugs × 4 วิธี = 2,000 jobs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มีผลบันทึก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17 bugs / 17 projects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Jobs ที่บันทึก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68 / 2,000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ครบ 4 outcomes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17 bugs (รวมผลไม่ผ่าน)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ครบ 4 evaluations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3 bugs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38985-402C-4951-A5CE-A492A7A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ชุดนี้เป็นผลบางส่วน พร้อมรายการที่ยังค้าง</a:t>
            </a:r>
          </a:p>
        </p:txBody>
      </p:sp>
    </p:spTree>
    <p:extLst>
      <p:ext uri="{BB962C8B-B14F-4D97-AF65-F5344CB8AC3E}">
        <p14:creationId xmlns:p14="http://schemas.microsoft.com/office/powerpoint/2010/main" val="1862704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C2BD3-1403-4451-9E92-3189EA8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กระบวนการทดลอง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E249B-49EB-4989-9AFB-DCAF9FE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1  สร้าง JUnit suite ด้วย 2 algorithms และ 2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2  ตรวจ fixed revision สองครั้ง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3  รัน buggy revision และวัด fixed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4  เก็บทุก outcome แล้วเปรียบเทียบเฉพาะค่าที่วัดได้</a:t>
            </a:r>
          </a:p>
        </p:txBody>
      </p:sp>
    </p:spTree>
    <p:extLst>
      <p:ext uri="{BB962C8B-B14F-4D97-AF65-F5344CB8AC3E}">
        <p14:creationId xmlns:p14="http://schemas.microsoft.com/office/powerpoint/2010/main" val="1404228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A304-9C9F-488A-8F0C-82A8908D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CMA-ES และ FSCS-ART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334000"/>
                <a:gridCol w="325755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การเลือก input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Oracle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ปรับ mean / covariance / step 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เลือก candidate ที่ห่างจากชุดเดิม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Fixed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ใช้ร่วมกัน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Seed 101 / budget 30 vectors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ตรวจ target invocation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C897D-EFE0-42A3-A51E-D9636F4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Coverage วัดภายหลัง ไม่ใช่ CMA-ES fitness</a:t>
            </a:r>
          </a:p>
        </p:txBody>
      </p:sp>
    </p:spTree>
    <p:extLst>
      <p:ext uri="{BB962C8B-B14F-4D97-AF65-F5344CB8AC3E}">
        <p14:creationId xmlns:p14="http://schemas.microsoft.com/office/powerpoint/2010/main" val="1420264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0D0FB-80A4-462A-901F-B795021C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AI ผ่าน KKU IntelSphere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95B52-8C3B-45D0-BCA0-62E247D1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P01  วิเคราะห์ → P02  สร้าง Java/JUnit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P03  ซ่อม compile/fixed ได้หนึ่งครั้ง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P04  เพิ่ม tests; ถ้าใช้ไม่ได้ เก็บ base ที่ valid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Temperature 0 / max output 4,096 tokens ตาม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6B079-35B5-479E-99A2-CAFC47D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เก็บ raw prompt / response / usage / ผลไม่ผ่าน</a:t>
            </a:r>
          </a:p>
        </p:txBody>
      </p:sp>
    </p:spTree>
    <p:extLst>
      <p:ext uri="{BB962C8B-B14F-4D97-AF65-F5344CB8AC3E}">
        <p14:creationId xmlns:p14="http://schemas.microsoft.com/office/powerpoint/2010/main" val="716987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23AAA-8E85-4CE3-860D-DEB98FA4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Pilot และรอบย่อ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73380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เงื่อนไข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P01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P02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Pilot: Csv/Lang/Math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Buggy source + signatures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ไม่เกิน 12 methods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Compact nightly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Metadata + signatures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แนะนำ 4–6; เพดาน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ทั้งสองรุ่น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ซ่อม 1 ครั้ง / เพิ่มไม่เกิน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ไม่ส่ง fixed source หรือ patch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C8E0B-4C88-412F-841C-779AD87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ผลต่างรุ่นมีป้ายกำกับ; ไม่วนรันเพื่อให้ผ่าน</a:t>
            </a:r>
          </a:p>
        </p:txBody>
      </p:sp>
    </p:spTree>
    <p:extLst>
      <p:ext uri="{BB962C8B-B14F-4D97-AF65-F5344CB8AC3E}">
        <p14:creationId xmlns:p14="http://schemas.microsoft.com/office/powerpoint/2010/main" val="1607185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A1D22-97D1-485A-BF6A-B23E4B8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ผลการทดลองทั้ง 4 วิธี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095500"/>
                <a:gridCol w="1714500"/>
                <a:gridCol w="35433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Attempted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DONE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พบ fault / วัดได้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Sonnet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 /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Gemini 3.5 Flash 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0 /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1D60D-FFDB-41F1-915C-7555088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ไม่ผ่านก็เป็นผลทดลอง; quota/pending แยกต่างหาก</a:t>
            </a:r>
          </a:p>
        </p:txBody>
      </p:sp>
    </p:spTree>
    <p:extLst>
      <p:ext uri="{BB962C8B-B14F-4D97-AF65-F5344CB8AC3E}">
        <p14:creationId xmlns:p14="http://schemas.microsoft.com/office/powerpoint/2010/main" val="964162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81770-9DDD-47C8-A430-5CD93230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Coverage เฉพาะ cases ที่วัดได้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553c4ee0740f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E232-A24A-4982-AE1B-EAFFB89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7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371"/>
                </a:solidFill>
                <a:latin typeface="Tahoma"/>
                <a:ea typeface="Tahoma"/>
                <a:cs typeface="Tahoma"/>
              </a:rPr>
              <a:t>Measured cases: CMA-ES 15/15 · FSCS-ART 15/15 · KKU Sonnet 5 7/7 · KKU Gemini 3.5 Flash Lite 7/7</a:t>
            </a:r>
          </a:p>
        </p:txBody>
      </p:sp>
    </p:spTree>
    <p:extLst>
      <p:ext uri="{BB962C8B-B14F-4D97-AF65-F5344CB8AC3E}">
        <p14:creationId xmlns:p14="http://schemas.microsoft.com/office/powerpoint/2010/main" val="1674853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133D-F27B-4EAC-83F1-884BF3FC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ผลไม่ผ่านและข้อจำกัด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271E5-1BCA-4966-9622-52CDA91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Sonnet Lang: output ชนเพดาน 4,096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Sonnet Math pilot: พักก่อน P02 ตาม quota guard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Cli: classpath ขาด Hamcrest เป็น harness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Suites และ oracle ต่างกัน; ผลยังไม่ครบ dataset</a:t>
            </a:r>
          </a:p>
        </p:txBody>
      </p:sp>
    </p:spTree>
    <p:extLst>
      <p:ext uri="{BB962C8B-B14F-4D97-AF65-F5344CB8AC3E}">
        <p14:creationId xmlns:p14="http://schemas.microsoft.com/office/powerpoint/2010/main" val="2078137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27809-176A-464E-ABC2-5CF2095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Token usage ที่มีหลักฐาน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381250"/>
                <a:gridCol w="2381250"/>
                <a:gridCol w="2305050"/>
              </a:tblGrid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AI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Input tokens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Output tokens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API calls</a:t>
                      </a:r>
                    </a:p>
                  </a:txBody>
                  <a:tcPr marL="91440" marR="91440" marT="45720" marB="45720">
                    <a:solidFill>
                      <a:srgbClr val="E9F2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Sonnet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229201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61152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KKU Gemini 3.5 Flash 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206274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40977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A"/>
                          </a:solidFill>
                          <a:latin typeface="Tahoma"/>
                          <a:ea typeface="Tahoma"/>
                          <a:cs typeface="Tahoma"/>
                        </a:rPr>
                        <a:t>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15474-7A81-4CFE-A02D-B3316299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โควตาเป็นค่าที่สังเกตตอนตอบ ไม่ใช่ยอดรับรองปัจจุบัน</a:t>
            </a:r>
          </a:p>
        </p:txBody>
      </p:sp>
    </p:spTree>
    <p:extLst>
      <p:ext uri="{BB962C8B-B14F-4D97-AF65-F5344CB8AC3E}">
        <p14:creationId xmlns:p14="http://schemas.microsoft.com/office/powerpoint/2010/main" val="1018770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415A5-AFF0-4208-83D5-1A4F1DFC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Demo: ดูหลักฐานและรัน suite เดิม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721B2-1D0D-42F0-8042-780E9AE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เปิด test code / prompt / raw answer ของ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แสดง fixed → buggy → coverage จากผลจริง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Replay archive เดิมด้วย Defects4J ใน output 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อธิบายผลผ่าน ไม่ผ่าน และ denominator ของ metrics</a:t>
            </a:r>
          </a:p>
        </p:txBody>
      </p:sp>
    </p:spTree>
    <p:extLst>
      <p:ext uri="{BB962C8B-B14F-4D97-AF65-F5344CB8AC3E}">
        <p14:creationId xmlns:p14="http://schemas.microsoft.com/office/powerpoint/2010/main" val="13999065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2DD67-3921-4BAE-A7CC-55790FB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สิ่งส่งมอบและงานที่ยังค้าง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BDA06-5179-4FC2-A91A-50B4F3A5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Code / Configuration / Test / Prompt / Raw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Report PDF + CSV summaries + editable PowerPoint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Demo guide + replay + checksums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44A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7344A"/>
                </a:solidFill>
                <a:latin typeface="Tahoma"/>
                <a:ea typeface="Tahoma"/>
                <a:cs typeface="Tahoma"/>
              </a:rPr>
              <a:t>ขยาย cases ที่เหลือโดยเก็บทุก outcome ตามจริง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9D210-D75B-4C16-A6A1-1012F2C4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ไม่อ้างว่าครบ 500 bugs เมื่อยังมี pending</a:t>
            </a:r>
          </a:p>
        </p:txBody>
      </p:sp>
    </p:spTree>
    <p:extLst>
      <p:ext uri="{BB962C8B-B14F-4D97-AF65-F5344CB8AC3E}">
        <p14:creationId xmlns:p14="http://schemas.microsoft.com/office/powerpoint/2010/main" val="1537379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2026-10-04T05:09:39.4830000Z</dcterms:created>
  <dcterms:modified xsi:type="dcterms:W3CDTF">2026-10-04T05:09:39.4830000Z</dcterms:modified>
</coreProperties>
</file>