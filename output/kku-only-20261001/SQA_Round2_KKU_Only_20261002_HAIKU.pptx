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b3b00bef9460d" /><Relationship Type="http://schemas.openxmlformats.org/officeDocument/2006/relationships/extended-properties" Target="/docProps/app.xml" Id="R257eadc50f8148c7" /><Relationship Type="http://schemas.openxmlformats.org/officeDocument/2006/relationships/officeDocument" Target="/ppt/presentation.xml" Id="R3ccd3fb9ffae40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51cf8685c47ca"/>
  </p:sldMasterIdLst>
  <p:notesMasterIdLst>
    <p:notesMasterId xmlns:r="http://schemas.openxmlformats.org/officeDocument/2006/relationships" r:id="R316e23d8f7574cf9"/>
  </p:notesMasterIdLst>
  <p:sldIdLst>
    <p:sldId xmlns:r="http://schemas.openxmlformats.org/officeDocument/2006/relationships" id="256" r:id="R8807ba920db24afe"/>
    <p:sldId xmlns:r="http://schemas.openxmlformats.org/officeDocument/2006/relationships" id="257" r:id="Re26a551f2cdf4996"/>
    <p:sldId xmlns:r="http://schemas.openxmlformats.org/officeDocument/2006/relationships" id="258" r:id="R733f5c5423204634"/>
    <p:sldId xmlns:r="http://schemas.openxmlformats.org/officeDocument/2006/relationships" id="259" r:id="R72f3b9fc289d4ff0"/>
    <p:sldId xmlns:r="http://schemas.openxmlformats.org/officeDocument/2006/relationships" id="260" r:id="R0bfe6d7db963462a"/>
    <p:sldId xmlns:r="http://schemas.openxmlformats.org/officeDocument/2006/relationships" id="261" r:id="R6440aaa98ccd42c3"/>
    <p:sldId xmlns:r="http://schemas.openxmlformats.org/officeDocument/2006/relationships" id="262" r:id="Rc032bca263eb414a"/>
    <p:sldId xmlns:r="http://schemas.openxmlformats.org/officeDocument/2006/relationships" id="263" r:id="Rf07c0a3f09634e74"/>
    <p:sldId xmlns:r="http://schemas.openxmlformats.org/officeDocument/2006/relationships" id="264" r:id="R401b139e0561470a"/>
    <p:sldId xmlns:r="http://schemas.openxmlformats.org/officeDocument/2006/relationships" id="265" r:id="R170447a59c0840f8"/>
    <p:sldId xmlns:r="http://schemas.openxmlformats.org/officeDocument/2006/relationships" id="266" r:id="Rc711c9c5883c47f2"/>
    <p:sldId xmlns:r="http://schemas.openxmlformats.org/officeDocument/2006/relationships" id="267" r:id="R728a14a663b44bb4"/>
    <p:sldId xmlns:r="http://schemas.openxmlformats.org/officeDocument/2006/relationships" id="268" r:id="R1313f5b568444ab2"/>
    <p:sldId xmlns:r="http://schemas.openxmlformats.org/officeDocument/2006/relationships" id="269" r:id="R15f80ab11e5e4252"/>
    <p:sldId xmlns:r="http://schemas.openxmlformats.org/officeDocument/2006/relationships" id="270" r:id="R5aeaf4452312469f"/>
    <p:sldId xmlns:r="http://schemas.openxmlformats.org/officeDocument/2006/relationships" id="271" r:id="Re48b6176cb9448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9ba8fd83c48ea" /><Relationship Type="http://schemas.openxmlformats.org/officeDocument/2006/relationships/slideMaster" Target="/ppt/slideMasters/slideMaster1.xml" Id="R95f51cf8685c47ca" /><Relationship Type="http://schemas.openxmlformats.org/officeDocument/2006/relationships/notesMaster" Target="/ppt/notesMasters/notesMaster1.xml" Id="R316e23d8f7574cf9" /><Relationship Type="http://schemas.openxmlformats.org/officeDocument/2006/relationships/presProps" Target="/ppt/presProps.xml" Id="R81e4d7ab8f074eff" /><Relationship Type="http://schemas.openxmlformats.org/officeDocument/2006/relationships/tableStyles" Target="/ppt/tableStyles.xml" Id="Rd255c0e0a5f04fac" /><Relationship Type="http://schemas.openxmlformats.org/officeDocument/2006/relationships/slide" Target="/ppt/slides/slide1.xml" Id="R8807ba920db24afe" /><Relationship Type="http://schemas.openxmlformats.org/officeDocument/2006/relationships/slide" Target="/ppt/slides/slide2.xml" Id="Re26a551f2cdf4996" /><Relationship Type="http://schemas.openxmlformats.org/officeDocument/2006/relationships/slide" Target="/ppt/slides/slide3.xml" Id="R733f5c5423204634" /><Relationship Type="http://schemas.openxmlformats.org/officeDocument/2006/relationships/slide" Target="/ppt/slides/slide4.xml" Id="R72f3b9fc289d4ff0" /><Relationship Type="http://schemas.openxmlformats.org/officeDocument/2006/relationships/slide" Target="/ppt/slides/slide5.xml" Id="R0bfe6d7db963462a" /><Relationship Type="http://schemas.openxmlformats.org/officeDocument/2006/relationships/slide" Target="/ppt/slides/slide6.xml" Id="R6440aaa98ccd42c3" /><Relationship Type="http://schemas.openxmlformats.org/officeDocument/2006/relationships/slide" Target="/ppt/slides/slide7.xml" Id="Rc032bca263eb414a" /><Relationship Type="http://schemas.openxmlformats.org/officeDocument/2006/relationships/slide" Target="/ppt/slides/slide8.xml" Id="Rf07c0a3f09634e74" /><Relationship Type="http://schemas.openxmlformats.org/officeDocument/2006/relationships/slide" Target="/ppt/slides/slide9.xml" Id="R401b139e0561470a" /><Relationship Type="http://schemas.openxmlformats.org/officeDocument/2006/relationships/slide" Target="/ppt/slides/slide10.xml" Id="R170447a59c0840f8" /><Relationship Type="http://schemas.openxmlformats.org/officeDocument/2006/relationships/slide" Target="/ppt/slides/slide11.xml" Id="Rc711c9c5883c47f2" /><Relationship Type="http://schemas.openxmlformats.org/officeDocument/2006/relationships/slide" Target="/ppt/slides/slide12.xml" Id="R728a14a663b44bb4" /><Relationship Type="http://schemas.openxmlformats.org/officeDocument/2006/relationships/slide" Target="/ppt/slides/slide13.xml" Id="R1313f5b568444ab2" /><Relationship Type="http://schemas.openxmlformats.org/officeDocument/2006/relationships/slide" Target="/ppt/slides/slide14.xml" Id="R15f80ab11e5e4252" /><Relationship Type="http://schemas.openxmlformats.org/officeDocument/2006/relationships/slide" Target="/ppt/slides/slide15.xml" Id="R5aeaf4452312469f" /><Relationship Type="http://schemas.openxmlformats.org/officeDocument/2006/relationships/slide" Target="/ppt/slides/slide16.xml" Id="Re48b6176cb94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0a9988d89945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cef714d53844f3" /><Relationship Type="http://schemas.openxmlformats.org/officeDocument/2006/relationships/notesMaster" Target="/ppt/notesMasters/notesMaster1.xml" Id="R5877f0df32bd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d55c827f4a4d0d" /><Relationship Type="http://schemas.openxmlformats.org/officeDocument/2006/relationships/notesMaster" Target="/ppt/notesMasters/notesMaster1.xml" Id="Rfef8a097c8d9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d070c623e4233" /><Relationship Type="http://schemas.openxmlformats.org/officeDocument/2006/relationships/notesMaster" Target="/ppt/notesMasters/notesMaster1.xml" Id="R6077ee36cc014c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ed4f67bce940cc" /><Relationship Type="http://schemas.openxmlformats.org/officeDocument/2006/relationships/notesMaster" Target="/ppt/notesMasters/notesMaster1.xml" Id="R0e13aae399e1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44dcfc0e44744" /><Relationship Type="http://schemas.openxmlformats.org/officeDocument/2006/relationships/notesMaster" Target="/ppt/notesMasters/notesMaster1.xml" Id="R3c0b7d791b8b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e320f2d0cb4e17" /><Relationship Type="http://schemas.openxmlformats.org/officeDocument/2006/relationships/notesMaster" Target="/ppt/notesMasters/notesMaster1.xml" Id="R7930f20e3f5741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4e9144192a4bc0" /><Relationship Type="http://schemas.openxmlformats.org/officeDocument/2006/relationships/notesMaster" Target="/ppt/notesMasters/notesMaster1.xml" Id="R28e1c54e1f41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0deadac85e4881" /><Relationship Type="http://schemas.openxmlformats.org/officeDocument/2006/relationships/notesMaster" Target="/ppt/notesMasters/notesMaster1.xml" Id="Re43ce95ce60a46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60e0640b2c472b" /><Relationship Type="http://schemas.openxmlformats.org/officeDocument/2006/relationships/notesMaster" Target="/ppt/notesMasters/notesMaster1.xml" Id="R891aad8e6df44f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500dea2cf4eda" /><Relationship Type="http://schemas.openxmlformats.org/officeDocument/2006/relationships/notesMaster" Target="/ppt/notesMasters/notesMaster1.xml" Id="Re2f87802000346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bb0f57f9a4115" /><Relationship Type="http://schemas.openxmlformats.org/officeDocument/2006/relationships/notesMaster" Target="/ppt/notesMasters/notesMaster1.xml" Id="R5e317577610241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817eef441f415e" /><Relationship Type="http://schemas.openxmlformats.org/officeDocument/2006/relationships/notesMaster" Target="/ppt/notesMasters/notesMaster1.xml" Id="R2a5360e8ebca47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a52f6677a440c8" /><Relationship Type="http://schemas.openxmlformats.org/officeDocument/2006/relationships/notesMaster" Target="/ppt/notesMasters/notesMaster1.xml" Id="Ra9d2468e1bed4b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5e9c28baa9446a" /><Relationship Type="http://schemas.openxmlformats.org/officeDocument/2006/relationships/notesMaster" Target="/ppt/notesMasters/notesMaster1.xml" Id="R216db4c1746a4b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62768130d74de2" /><Relationship Type="http://schemas.openxmlformats.org/officeDocument/2006/relationships/notesMaster" Target="/ppt/notesMasters/notesMaster1.xml" Id="Re9d2fe1680c141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b30bf07a864bf2" /><Relationship Type="http://schemas.openxmlformats.org/officeDocument/2006/relationships/notesMaster" Target="/ppt/notesMasters/notesMaster1.xml" Id="R2fe7ced38040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204 runs is the team plan, not a number mandated by the assignment. All sampled bug IDs are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Owner changed the round-one AI comparison. Instructor approval is not assumed. Historical Auto Router outputs are reused only when resolved allowed-family labels and provenance 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scripts/study/generate.py; docs/study-protocol.md; Hansen tutorial https://arxiv.org/abs/1604.00772; Chen et al. https://doi.org/10.1007/978-3-540-30502-6_23. Coverage is measured afterward, not used as CMA-ES fitness.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New v73/v74 use the generic policy and preserve separate attempt history. v75 excludes one entire Compress101 method with unsupported constructor using only fixed compiler diagnostics; retained assertions unchanged. Time102 retains complete UnsupportedDurationField class and preserves incomplete Partial output separately. Policies and snapshots: results/study/kku-only-20261001/processing-policy-v*.json and generation/processing-sources. Missing historical policy files are not reconstructed as prior evidence. No assertion values selected from buggy outcomes. Compile rate describes final primary records, not all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Example records: results/study/kku-only-20261001/{claude,gemini}/Jsoup/intellisphere-s101-b30/evaluation/record.json. Demo guide: presentation/demo-guide-kku-only.md.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output/kku-only-20261001/summary.json, analysis.json, study-manifest.csv. Audits and source records linked by SHA-256. New account: results/validation/new-account-haiku-20261002/continuation-receipt.json. Time102, Mockito103 and Compress101 add three completed identities. Compress101 detects a sampled fault. Owner selected Haiku before Time102 submission and later requested packaging without another account.</a:t>
            </a:r>
          </a:p>
          <a:p xmlns:a="http://schemas.openxmlformats.org/drawingml/2006/main">
            <a:r>
              <a:t>Commands and walkthrough: docs/KKU_ONLY_CONTINUATION.md and presentation/demo-guide-kku-only.md. Old aggregate.py commands describe the original study, not this new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docs/reference/SQA_Round1_กลุ่ม14.pdf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801ccd02742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9f33beb544d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62a80824f42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b1acc362944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77a75f34543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041cb4b38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E41F2F-DAD7-4489-B3DE-F2DC90899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5F70D2-5AA2-493F-BDEA-80AF08B744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D4078C-D604-46F1-BEF2-6E407FF26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832E3-3F69-46E5-A5EA-062ECD7F76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3D408C-38B6-4542-8F20-C17E64BB5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6E3031-7CB6-40A3-B5DA-56019BC0C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487E3D-F359-4CCB-8FDF-C7B8AA4D69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1B8D56-9684-4019-BAA6-BDAEE6CE11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8E71AF-F356-4B4D-B813-C3405BD7E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77690D-81F3-4AC1-BC4B-4A9DA5FAFC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f84acdb6b54d22" /><Relationship Type="http://schemas.openxmlformats.org/officeDocument/2006/relationships/slideLayout" Target="/ppt/slideLayouts/slideLayout1.xml" Id="Ra23f906aa6f54833" /><Relationship Type="http://schemas.openxmlformats.org/officeDocument/2006/relationships/slideLayout" Target="/ppt/slideLayouts/slideLayout2.xml" Id="Rd92dab6af9114849" /><Relationship Type="http://schemas.openxmlformats.org/officeDocument/2006/relationships/slideLayout" Target="/ppt/slideLayouts/slideLayout3.xml" Id="R372518429e094667" /><Relationship Type="http://schemas.openxmlformats.org/officeDocument/2006/relationships/slideLayout" Target="/ppt/slideLayouts/slideLayout4.xml" Id="R8e6ad4ce593547e5" /><Relationship Type="http://schemas.openxmlformats.org/officeDocument/2006/relationships/slideLayout" Target="/ppt/slideLayouts/slideLayout5.xml" Id="R7f9b64459b8e4f5b" /><Relationship Type="http://schemas.openxmlformats.org/officeDocument/2006/relationships/slideLayout" Target="/ppt/slideLayouts/slideLayout6.xml" Id="Rca5ddc8bbb9a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f906aa6f54833"/>
    <p:sldLayoutId xmlns:r="http://schemas.openxmlformats.org/officeDocument/2006/relationships" id="2147483650" r:id="Rd92dab6af9114849"/>
    <p:sldLayoutId xmlns:r="http://schemas.openxmlformats.org/officeDocument/2006/relationships" id="2147483651" r:id="R372518429e094667"/>
    <p:sldLayoutId xmlns:r="http://schemas.openxmlformats.org/officeDocument/2006/relationships" id="2147483652" r:id="R8e6ad4ce593547e5"/>
    <p:sldLayoutId xmlns:r="http://schemas.openxmlformats.org/officeDocument/2006/relationships" id="2147483653" r:id="R7f9b64459b8e4f5b"/>
    <p:sldLayoutId xmlns:r="http://schemas.openxmlformats.org/officeDocument/2006/relationships" id="2147483654" r:id="Rca5ddc8bbb9a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4acf9b8954805" /><Relationship Type="http://schemas.openxmlformats.org/officeDocument/2006/relationships/notesSlide" Target="/ppt/notesSlides/notesSlide1.xml" Id="R80e4e1676a564e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99191c6064c93" /><Relationship Type="http://schemas.openxmlformats.org/officeDocument/2006/relationships/notesSlide" Target="/ppt/notesSlides/notesSlide2.xml" Id="Re805239dff3942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c070e82ab49e3" /><Relationship Type="http://schemas.openxmlformats.org/officeDocument/2006/relationships/notesSlide" Target="/ppt/notesSlides/notesSlide3.xml" Id="Rc439c1b8034d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e9bcf6a1e4320" /><Relationship Type="http://schemas.openxmlformats.org/officeDocument/2006/relationships/notesSlide" Target="/ppt/notesSlides/notesSlide4.xml" Id="Rf8154fce117c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671f5f8ff4a1f" /><Relationship Type="http://schemas.openxmlformats.org/officeDocument/2006/relationships/notesSlide" Target="/ppt/notesSlides/notesSlide5.xml" Id="Rb9963354ef67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2e75d03da4056" /><Relationship Type="http://schemas.openxmlformats.org/officeDocument/2006/relationships/notesSlide" Target="/ppt/notesSlides/notesSlide6.xml" Id="R42b3d811e62f44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12cb80d8d64b74" /><Relationship Type="http://schemas.openxmlformats.org/officeDocument/2006/relationships/chart" Target="/ppt/slides/charts/chart1.xml" Id="Re74704b07a874019" /><Relationship Type="http://schemas.openxmlformats.org/officeDocument/2006/relationships/notesSlide" Target="/ppt/notesSlides/notesSlide7.xml" Id="Re1f50e37134f43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edd5cd17954224" /><Relationship Type="http://schemas.openxmlformats.org/officeDocument/2006/relationships/notesSlide" Target="/ppt/notesSlides/notesSlide8.xml" Id="Rea024fcc9ad946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f74919a3645a7" /><Relationship Type="http://schemas.openxmlformats.org/officeDocument/2006/relationships/notesSlide" Target="/ppt/notesSlides/notesSlide9.xml" Id="Rb79a793e9e6840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ca137094d4566" /><Relationship Type="http://schemas.openxmlformats.org/officeDocument/2006/relationships/notesSlide" Target="/ppt/notesSlides/notesSlide10.xml" Id="R23c108eaf7c743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27f486a10d4617" /><Relationship Type="http://schemas.openxmlformats.org/officeDocument/2006/relationships/notesSlide" Target="/ppt/notesSlides/notesSlide11.xml" Id="Rcd117e7cccb749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ac168873c43eb" /><Relationship Type="http://schemas.openxmlformats.org/officeDocument/2006/relationships/notesSlide" Target="/ppt/notesSlides/notesSlide12.xml" Id="R550901697d4246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30b4f1d694138" /><Relationship Type="http://schemas.openxmlformats.org/officeDocument/2006/relationships/notesSlide" Target="/ppt/notesSlides/notesSlide13.xml" Id="Rce63b85635af4c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8c6a833594cea" /><Relationship Type="http://schemas.openxmlformats.org/officeDocument/2006/relationships/notesSlide" Target="/ppt/notesSlides/notesSlide14.xml" Id="R41b0bad49f4d43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d2166f3644220" /><Relationship Type="http://schemas.openxmlformats.org/officeDocument/2006/relationships/notesSlide" Target="/ppt/notesSlides/notesSlide15.xml" Id="Rd8d6579b309e41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9e52586b4453d" /><Relationship Type="http://schemas.openxmlformats.org/officeDocument/2006/relationships/notesSlide" Target="/ppt/notesSlides/notesSlide16.xml" Id="R7cc39aae6a2c4a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Line macro (%)</c:v>
          </c:tx>
          <c:spPr>
            <a:solidFill xmlns:a="http://schemas.openxmlformats.org/drawingml/2006/main">
              <a:srgbClr val="245B82"/>
            </a:solidFill>
          </c:spPr>
          <c:cat>
            <c:strRef>
              <c:f>'Chart Data'!$A$2:$A$5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26.63</c:v>
                </c:pt>
                <c:pt idx="1">
                  <c:v>26.41</c:v>
                </c:pt>
                <c:pt idx="2">
                  <c:v>57.53</c:v>
                </c:pt>
                <c:pt idx="3">
                  <c:v>71.92</c:v>
                </c:pt>
              </c:numCache>
            </c:numRef>
          </c:val>
        </c:ser>
        <c:ser>
          <c:idx val="1"/>
          <c:order val="1"/>
          <c:tx>
            <c:v>Condition macro (%)</c:v>
          </c:tx>
          <c:spPr>
            <a:solidFill xmlns:a="http://schemas.openxmlformats.org/drawingml/2006/main">
              <a:srgbClr val="709A9D"/>
            </a:solidFill>
          </c:spPr>
          <c:cat>
            <c:strRef>
              <c:f>'Chart Data'!$C$2:$C$5</c:f>
              <c:strCache>
                <c:ptCount val="4"/>
                <c:pt idx="0">
                  <c:v>CMA-ES</c:v>
                </c:pt>
                <c:pt idx="1">
                  <c:v>FSCS-ART</c:v>
                </c:pt>
                <c:pt idx="2">
                  <c:v>KKU Claude</c:v>
                </c:pt>
                <c:pt idx="3">
                  <c:v>KKU Gemini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15.09</c:v>
                </c:pt>
                <c:pt idx="1">
                  <c:v>15.63</c:v>
                </c:pt>
                <c:pt idx="2">
                  <c:v>47.83</c:v>
                </c:pt>
                <c:pt idx="3">
                  <c:v>62.02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Tahoma"/>
              <a:ea typeface="Tahoma"/>
              <a:cs typeface="Tahom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8F574-4FAA-4132-A7C8-A930364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การสร้างชุดทดสอบ Java รอบที่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343F-C548-4F11-9041-A00D094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และ FSCS-ART เทียบกับ Claude และ Gemini ผ่าน KKU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1A336-2680-4026-A2AC-FE8B77B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CP353201 Software Quality Assurance / กลุ่ม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F4756-AF5A-4CC5-B1B9-73FAF9BC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สำเร็จ 181/204 รอบตามแผนทีม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861D-E46C-45EC-BB87-A402F16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ผลทดลองยังไม่ครบ และยังไม่ใช่หลักฐานการส่งงาน</a:t>
            </a:r>
          </a:p>
        </p:txBody>
      </p:sp>
    </p:spTree>
    <p:extLst>
      <p:ext uri="{BB962C8B-B14F-4D97-AF65-F5344CB8AC3E}">
        <p14:creationId xmlns:p14="http://schemas.microsoft.com/office/powerpoint/2010/main" val="2035239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15102-CD25-412B-A557-8D034A65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824FE-05F5-472E-945B-292777C4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17 Java projects ใน Defects4J 3.0.1 / หนึ่ง active bug ต่อ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6B121-5B91-4DA5-A384-08A2755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 run indices: 101, 102, 103 / สูงสุด 30 test methods ต่อ AI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37331-5B6B-4604-B43E-331512F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อัลกอริทึมเสนอ 30 input vectors ต่อ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6D9E-1002-4A4D-9C44-A8B1361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วัด coverage เฉพาะ classes ที่แก้ไขใน bug ที่เลือก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232326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904E-5BAA-4B0F-A570-A1546E1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ข้อกำหนด AI 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7618D-0F7E-4F86-9649-1D6FD7E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ส่ง exact original prompt ผ่าน gen.ai.kku.ac.th/chat เท่านั้น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A79D1-F973-49B1-B7F5-9705B9F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คำตอบใหม่เลือก Claude หรือ Gemini agent โดยตรง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97A96-C9EA-4752-BF36-7244DFF7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ผลเดิมใช้เฉพาะ audited KKU Claude/Gemini และแยก model label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7BE2-703E-48C1-9169-C682F2B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Claude-direct และโมเดลตระกูลอื่นไม่รวมในผลหลัก</a:t>
            </a:r>
          </a:p>
        </p:txBody>
      </p:sp>
    </p:spTree>
    <p:extLst>
      <p:ext uri="{BB962C8B-B14F-4D97-AF65-F5344CB8AC3E}">
        <p14:creationId xmlns:p14="http://schemas.microsoft.com/office/powerpoint/2010/main" val="251638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D05F-209B-4BA1-BE83-68E566F5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อัลกอริทึมและ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32CCB-3CE2-4CDC-BACC-8B8C8662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FSCS-ART เลือก candidate ที่ห่างจาก input ก่อนหน้ามากที่สุด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C645D-DB90-449A-9BA1-D5D0E01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CMA-ES ปรับ distribution เพื่อเพิ่ม fixed-output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4CC0A-3484-4C55-B3F5-69FACDC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Reflection fixtures มีขอบเขตจำกัด รวมสมาชิก non-public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A918F-8734-4DB5-A57E-C62DF175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สังเกต fixed ซ้ำก่อนสร้าง assertions และเก็บ unstable cases</a:t>
            </a:r>
          </a:p>
        </p:txBody>
      </p:sp>
    </p:spTree>
    <p:extLst>
      <p:ext uri="{BB962C8B-B14F-4D97-AF65-F5344CB8AC3E}">
        <p14:creationId xmlns:p14="http://schemas.microsoft.com/office/powerpoint/2010/main" val="1296464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78FD-3F5F-4340-B1B4-7B7A714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หลักฐานที่ต้องผ่านก่อนนับ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8E621-3F06-435B-92F0-59A4B377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JUnit suite ผ่าน fixed ครั้งที่ 1 และครั้งที่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A9C7A-FE04-45D9-914D-F527A9D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buggy เพื่อแยก assertion failure จาก harness/timeout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49294-672A-484E-BDA4-0057A2B5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fixed coverage, logs, suite archives และ processing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0D967-4624-4AD1-99B8-C0A61A1A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Execution audit ผ่าน / record SHA ตรง manifest; provenance gaps เปิดเผยแยก</a:t>
            </a:r>
          </a:p>
        </p:txBody>
      </p:sp>
    </p:spTree>
    <p:extLst>
      <p:ext uri="{BB962C8B-B14F-4D97-AF65-F5344CB8AC3E}">
        <p14:creationId xmlns:p14="http://schemas.microsoft.com/office/powerpoint/2010/main" val="254625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1E32-87B6-4BFE-8D69-BC061F3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ผลที่สำเร็จและ test methods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5F6A-60B7-45DD-B30A-D4A3A7391E35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2571750"/>
                <a:gridCol w="25527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Runs / 51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Projects / 17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Methods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1529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17/17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988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81C69-DB6B-46F6-A543-559B91D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Methods รวมสถานการณ์ที่อาจซ้ำข้ามรอบ ไม่ใช่ unique scenarios</a:t>
            </a:r>
          </a:p>
        </p:txBody>
      </p:sp>
    </p:spTree>
    <p:extLst>
      <p:ext uri="{BB962C8B-B14F-4D97-AF65-F5344CB8AC3E}">
        <p14:creationId xmlns:p14="http://schemas.microsoft.com/office/powerpoint/2010/main" val="55532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30E82-47F1-4C90-95D1-3AF1B83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RQ1: Coverage ของ successful subsets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C645C1F-6774-4924-86C0-6DA811248341}"/>
              </a:ext>
            </a:extLst>
          </p:cNvPr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4704b07a87401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3ABA9-BFD5-4E75-B30F-14E3024F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ค่าเฉลี่ยต่อ run / ตัวหารต่างกัน / ใช้จัดอันดับทั่วไปไม่ได้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828805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91495-573C-4A6D-968C-0BDFA135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RQ2: Fault detection พร้อมตัวหาร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FFDBE-0F6A-4711-AF81-E2307FAFF7AF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45745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bugs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Bug rate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10/51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4/17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5/13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38.5%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23/51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9/17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52.9%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9489E-596F-4C99-B4FB-8BC6DC3B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นับ bug เดียวครั้งเดียว แม้หลาย methods/runs ตรวจพบซ้ำ</a:t>
            </a:r>
          </a:p>
        </p:txBody>
      </p:sp>
    </p:spTree>
    <p:extLst>
      <p:ext uri="{BB962C8B-B14F-4D97-AF65-F5344CB8AC3E}">
        <p14:creationId xmlns:p14="http://schemas.microsoft.com/office/powerpoint/2010/main" val="72886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F2575-757A-4D08-AFDD-F972FAD7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กลุ่มที่ครบสี่วิธี: 28 กลุ่ม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360C3-2229-4B8E-8FF0-3D48710E729D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238250"/>
                <a:gridCol w="314325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Line macro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พบ / runs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36.5%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7/28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36.2%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8/28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57.5%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8/28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78.8%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12/28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12C1-1817-4EAA-ADC7-2077EBED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28 กลุ่มจาก 13 projects / รายการเต็มอยู่ใน analysis.json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3B1B-00DB-4125-A73F-E7A4D0C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กลุ่มน้อยและเลือกจากชุดที่ผ่านทั้งหมด ยังมี selection bias</a:t>
            </a:r>
          </a:p>
        </p:txBody>
      </p:sp>
    </p:spTree>
    <p:extLst>
      <p:ext uri="{BB962C8B-B14F-4D97-AF65-F5344CB8AC3E}">
        <p14:creationId xmlns:p14="http://schemas.microsoft.com/office/powerpoint/2010/main" val="2776286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0F70F-C12C-4CD0-8C46-ADF37614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RQ3: เวลาและ compilation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52B7-F550-4CAD-A5D4-6E08221839B0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วิธี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Compile ผ่าน/วัด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Eval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Gen median (s)</a:t>
                      </a:r>
                    </a:p>
                  </a:txBody>
                  <a:tcPr marL="91440" marR="91440" marT="45720" marB="45720">
                    <a:solidFill>
                      <a:srgbClr val="E7ED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CMA-ES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55.64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FSCS-ART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54.42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13.61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Claude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28/30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33.16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99.17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KKU Gemini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51/51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37.85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43746"/>
                          </a:solidFill>
                          <a:latin typeface="Tahoma"/>
                          <a:ea typeface="Tahoma"/>
                          <a:cs typeface="Tahoma"/>
                        </a:rPr>
                        <a:t>120.56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C8AFC-DC45-4F78-80D0-BE9049A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AI generation = เวลา UI ที่สังเกต / ไม่ใช่ model compute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A5663-581D-4110-87F8-46C4002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ต่างเครื่อง, caches และ build overhead มีผลต่อเวลา</a:t>
            </a:r>
          </a:p>
        </p:txBody>
      </p:sp>
    </p:spTree>
    <p:extLst>
      <p:ext uri="{BB962C8B-B14F-4D97-AF65-F5344CB8AC3E}">
        <p14:creationId xmlns:p14="http://schemas.microsoft.com/office/powerpoint/2010/main" val="1259952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EF1EC-BB9B-48DD-8EB2-8C613781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 AI ผ่าน local 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05319-4599-4F6B-8277-1A4EF54C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raw response โดยไม่แก้ไข และเก็บ failed attempts ทุกครั้ง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E0DA2-99F1-4DD1-A1BD-D057901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Cap ตาม source order และ fixed-only pruning สูงสุดสองรอบ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AF11-83FC-40BB-9ADB-5175FBCA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เก็บ driver/source snapshots และเวอร์ชัน processing ของแต่ละ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50BF2-56D0-4FAC-9BB0-66B3890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ใช้คำว่า AI-assisted with local processing ในรายงาน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1743358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C4E8A-0AD6-4550-9B9C-8EC6ADE6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ตัวอย่างจริง: Jsoup รอบ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ABA7F-8336-4CF9-81FF-4848094B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Claude: 30 methods / fixed ผ่านซ้ำ / พบ assertion failure บน buggy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A459-4896-4D1C-A838-90C05E2B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Gemini: 16 methods / fixed ผ่านซ้ำ / ไม่ตรวจพบ sampled bug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9D462-72DC-4BC5-AC31-C7FD23FB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source ของ normalise และ failing_tests เพื่ออธิบายพฤติกรรม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5F1FC-A830-436C-AA43-82818F05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Coverage สูงต้องพิจารณาร่วมกับ assertions และ fault outcomes</a:t>
            </a:r>
          </a:p>
        </p:txBody>
      </p:sp>
    </p:spTree>
    <p:extLst>
      <p:ext uri="{BB962C8B-B14F-4D97-AF65-F5344CB8AC3E}">
        <p14:creationId xmlns:p14="http://schemas.microsoft.com/office/powerpoint/2010/main" val="1447707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4763B-F0B4-4C94-8CE9-2F87615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สถานะหลักฐานและผลที่ยังขาด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CDCD2-2B32-456F-A6CD-D3E61152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บัญชีใหม่ใช้ Haiku ต่อ / โควตาที่สังเกต 93.5%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2FAC6-B605-4ED5-A0AB-B4384BE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Provenance audit: 0 issues / ภาพและ hashes ตรวจแล้ว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8731C-F0DE-44DE-88A8-A202F45E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ยังไม่ completed 23 รอบ / ดู pending-runs.csv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EA8C0-5FA6-41B1-9769-FD8EEBA0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ได้รับภาพที่ขาด 54 รายการแล้ว / failed-missing metrics ยังเป็น null</a:t>
            </a:r>
          </a:p>
        </p:txBody>
      </p:sp>
    </p:spTree>
    <p:extLst>
      <p:ext uri="{BB962C8B-B14F-4D97-AF65-F5344CB8AC3E}">
        <p14:creationId xmlns:p14="http://schemas.microsoft.com/office/powerpoint/2010/main" val="12156080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39F22-613F-44E0-9020-BB9135D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ข้อจำกัดการเปรียบเทียบ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D28D7-C689-4623-B1B1-04585B0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หนึ่ง bug ต่อ project / successful subsets และ model versions ต่างกัน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ADCDF-5839-4047-9FDB-E81B534E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Fixture/reflection/oracle จำกัด object graphs และ stateful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94664-13CB-489A-8384-5804CAE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30 algorithm inputs และ 30 AI methods ใช้ effort ต่างกัน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6369F-FF8E-4393-ABB7-2979A4F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ยังสรุปผู้ชนะทั่วไปหรือ causal speed advantage 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016815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5512-4381-411D-9401-0D128A2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Demo และการทำซ้ำ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C2FD2-45DB-4537-9F9C-348454B9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เปิด manifest แล้วตรวจ path และ SHA ของ record ที่เลือก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311EE-B1C1-4A42-B163-851D7673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ดู generated source เทียบ fixed/buggy logs และ coverage.xml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8A989-2566-4684-9599-0512463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รัน status และ audits ก่อนสร้าง analysis/report 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FC8C9-5A6F-442D-BBFC-DC8A5E9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ตรวจ delivery-status.json ก่อนอ้างว่า GitHub/Classroom ส่งแล้ว</a:t>
            </a:r>
          </a:p>
        </p:txBody>
      </p:sp>
    </p:spTree>
    <p:extLst>
      <p:ext uri="{BB962C8B-B14F-4D97-AF65-F5344CB8AC3E}">
        <p14:creationId xmlns:p14="http://schemas.microsoft.com/office/powerpoint/2010/main" val="2022493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695BA-3D1C-4768-AAE5-6BD4737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ผู้จัดทำ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2FE32-6E97-434D-86B8-F82AB09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นายธนินธร อันทรบุตร  673380043-6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F8C34-8C3C-4CFF-AEE7-2EB2A367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นายศุภกร กรมรินทร์  673380061-4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82F90-3970-43BB-BC3C-2DBD9EE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นายณัชพล เพ็งพล  673380267-4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20C8C-BC8F-4F01-A320-CA26163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10706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746"/>
                </a:solidFill>
                <a:latin typeface="Tahoma"/>
                <a:ea typeface="Tahoma"/>
                <a:cs typeface="Tahoma"/>
              </a:rPr>
              <a:t>นายณัฐกรณ์ อินธิสาร  673380268-2</a:t>
            </a:r>
          </a:p>
        </p:txBody>
      </p:sp>
    </p:spTree>
    <p:extLst>
      <p:ext uri="{BB962C8B-B14F-4D97-AF65-F5344CB8AC3E}">
        <p14:creationId xmlns:p14="http://schemas.microsoft.com/office/powerpoint/2010/main" val="659010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2026-10-02T11:15:49.9550000Z</dcterms:created>
  <dcterms:modified xsi:type="dcterms:W3CDTF">2026-10-02T11:15:49.9550000Z</dcterms:modified>
</coreProperties>
</file>