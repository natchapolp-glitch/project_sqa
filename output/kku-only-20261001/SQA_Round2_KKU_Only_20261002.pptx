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80cd064c304b79" /><Relationship Type="http://schemas.openxmlformats.org/officeDocument/2006/relationships/extended-properties" Target="/docProps/app.xml" Id="Rbe6e57f5b27c41f1" /><Relationship Type="http://schemas.openxmlformats.org/officeDocument/2006/relationships/officeDocument" Target="/ppt/presentation.xml" Id="R14ead7afc8e3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d237b06a434afb"/>
  </p:sldMasterIdLst>
  <p:notesMasterIdLst>
    <p:notesMasterId xmlns:r="http://schemas.openxmlformats.org/officeDocument/2006/relationships" r:id="R9b1bc2366b1a4aab"/>
  </p:notesMasterIdLst>
  <p:sldIdLst>
    <p:sldId xmlns:r="http://schemas.openxmlformats.org/officeDocument/2006/relationships" id="256" r:id="R229399e7ba4e4805"/>
    <p:sldId xmlns:r="http://schemas.openxmlformats.org/officeDocument/2006/relationships" id="257" r:id="Rbc8586096e1943a7"/>
    <p:sldId xmlns:r="http://schemas.openxmlformats.org/officeDocument/2006/relationships" id="258" r:id="R1710d9f8dc8240e0"/>
    <p:sldId xmlns:r="http://schemas.openxmlformats.org/officeDocument/2006/relationships" id="259" r:id="Rc42c8d3295b34c31"/>
    <p:sldId xmlns:r="http://schemas.openxmlformats.org/officeDocument/2006/relationships" id="260" r:id="R2d41cf571efc453a"/>
    <p:sldId xmlns:r="http://schemas.openxmlformats.org/officeDocument/2006/relationships" id="261" r:id="Ra362be2378164cd1"/>
    <p:sldId xmlns:r="http://schemas.openxmlformats.org/officeDocument/2006/relationships" id="262" r:id="R02cf58b0cc7c419e"/>
    <p:sldId xmlns:r="http://schemas.openxmlformats.org/officeDocument/2006/relationships" id="263" r:id="Rb1599b49106248ee"/>
    <p:sldId xmlns:r="http://schemas.openxmlformats.org/officeDocument/2006/relationships" id="264" r:id="R360cae704ce14b30"/>
    <p:sldId xmlns:r="http://schemas.openxmlformats.org/officeDocument/2006/relationships" id="265" r:id="Reec5c4d643e343a8"/>
    <p:sldId xmlns:r="http://schemas.openxmlformats.org/officeDocument/2006/relationships" id="266" r:id="Ra48736d3a8b2462f"/>
    <p:sldId xmlns:r="http://schemas.openxmlformats.org/officeDocument/2006/relationships" id="267" r:id="Rcb21131984e84c25"/>
    <p:sldId xmlns:r="http://schemas.openxmlformats.org/officeDocument/2006/relationships" id="268" r:id="Rbc82916c05154aed"/>
    <p:sldId xmlns:r="http://schemas.openxmlformats.org/officeDocument/2006/relationships" id="269" r:id="Re9055ee72dea4245"/>
    <p:sldId xmlns:r="http://schemas.openxmlformats.org/officeDocument/2006/relationships" id="270" r:id="Rbe1e5d84843246b1"/>
    <p:sldId xmlns:r="http://schemas.openxmlformats.org/officeDocument/2006/relationships" id="271" r:id="R4e1da18052754f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1f3d1e74ac4938" /><Relationship Type="http://schemas.openxmlformats.org/officeDocument/2006/relationships/slideMaster" Target="/ppt/slideMasters/slideMaster1.xml" Id="Rd4d237b06a434afb" /><Relationship Type="http://schemas.openxmlformats.org/officeDocument/2006/relationships/notesMaster" Target="/ppt/notesMasters/notesMaster1.xml" Id="R9b1bc2366b1a4aab" /><Relationship Type="http://schemas.openxmlformats.org/officeDocument/2006/relationships/presProps" Target="/ppt/presProps.xml" Id="R3cd255e01fe34bd1" /><Relationship Type="http://schemas.openxmlformats.org/officeDocument/2006/relationships/tableStyles" Target="/ppt/tableStyles.xml" Id="R07e87f4faf5a4b03" /><Relationship Type="http://schemas.openxmlformats.org/officeDocument/2006/relationships/slide" Target="/ppt/slides/slide1.xml" Id="R229399e7ba4e4805" /><Relationship Type="http://schemas.openxmlformats.org/officeDocument/2006/relationships/slide" Target="/ppt/slides/slide2.xml" Id="Rbc8586096e1943a7" /><Relationship Type="http://schemas.openxmlformats.org/officeDocument/2006/relationships/slide" Target="/ppt/slides/slide3.xml" Id="R1710d9f8dc8240e0" /><Relationship Type="http://schemas.openxmlformats.org/officeDocument/2006/relationships/slide" Target="/ppt/slides/slide4.xml" Id="Rc42c8d3295b34c31" /><Relationship Type="http://schemas.openxmlformats.org/officeDocument/2006/relationships/slide" Target="/ppt/slides/slide5.xml" Id="R2d41cf571efc453a" /><Relationship Type="http://schemas.openxmlformats.org/officeDocument/2006/relationships/slide" Target="/ppt/slides/slide6.xml" Id="Ra362be2378164cd1" /><Relationship Type="http://schemas.openxmlformats.org/officeDocument/2006/relationships/slide" Target="/ppt/slides/slide7.xml" Id="R02cf58b0cc7c419e" /><Relationship Type="http://schemas.openxmlformats.org/officeDocument/2006/relationships/slide" Target="/ppt/slides/slide8.xml" Id="Rb1599b49106248ee" /><Relationship Type="http://schemas.openxmlformats.org/officeDocument/2006/relationships/slide" Target="/ppt/slides/slide9.xml" Id="R360cae704ce14b30" /><Relationship Type="http://schemas.openxmlformats.org/officeDocument/2006/relationships/slide" Target="/ppt/slides/slide10.xml" Id="Reec5c4d643e343a8" /><Relationship Type="http://schemas.openxmlformats.org/officeDocument/2006/relationships/slide" Target="/ppt/slides/slide11.xml" Id="Ra48736d3a8b2462f" /><Relationship Type="http://schemas.openxmlformats.org/officeDocument/2006/relationships/slide" Target="/ppt/slides/slide12.xml" Id="Rcb21131984e84c25" /><Relationship Type="http://schemas.openxmlformats.org/officeDocument/2006/relationships/slide" Target="/ppt/slides/slide13.xml" Id="Rbc82916c05154aed" /><Relationship Type="http://schemas.openxmlformats.org/officeDocument/2006/relationships/slide" Target="/ppt/slides/slide14.xml" Id="Re9055ee72dea4245" /><Relationship Type="http://schemas.openxmlformats.org/officeDocument/2006/relationships/slide" Target="/ppt/slides/slide15.xml" Id="Rbe1e5d84843246b1" /><Relationship Type="http://schemas.openxmlformats.org/officeDocument/2006/relationships/slide" Target="/ppt/slides/slide16.xml" Id="R4e1da18052754f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adb10d2a6c46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1db9ef98844c77" /><Relationship Type="http://schemas.openxmlformats.org/officeDocument/2006/relationships/notesMaster" Target="/ppt/notesMasters/notesMaster1.xml" Id="R586d0f4c981345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71f58fb09c4e21" /><Relationship Type="http://schemas.openxmlformats.org/officeDocument/2006/relationships/notesMaster" Target="/ppt/notesMasters/notesMaster1.xml" Id="Rd753c4030b9340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4983ffca3b43bc" /><Relationship Type="http://schemas.openxmlformats.org/officeDocument/2006/relationships/notesMaster" Target="/ppt/notesMasters/notesMaster1.xml" Id="Rcb3caceed1f74c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9e0a720ca64ffb" /><Relationship Type="http://schemas.openxmlformats.org/officeDocument/2006/relationships/notesMaster" Target="/ppt/notesMasters/notesMaster1.xml" Id="R351efba07c6145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401cad335740e1" /><Relationship Type="http://schemas.openxmlformats.org/officeDocument/2006/relationships/notesMaster" Target="/ppt/notesMasters/notesMaster1.xml" Id="R444989d4e86f47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90268ed824d6b" /><Relationship Type="http://schemas.openxmlformats.org/officeDocument/2006/relationships/notesMaster" Target="/ppt/notesMasters/notesMaster1.xml" Id="R3e1474336ae24f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bb43a8e7ef4461" /><Relationship Type="http://schemas.openxmlformats.org/officeDocument/2006/relationships/notesMaster" Target="/ppt/notesMasters/notesMaster1.xml" Id="Rc6768d86fa284c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a82d28eec24477" /><Relationship Type="http://schemas.openxmlformats.org/officeDocument/2006/relationships/notesMaster" Target="/ppt/notesMasters/notesMaster1.xml" Id="Ra7ac3160f65140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9d2181e9cf46e3" /><Relationship Type="http://schemas.openxmlformats.org/officeDocument/2006/relationships/notesMaster" Target="/ppt/notesMasters/notesMaster1.xml" Id="R93bd03a55ae440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70a2a949a944af" /><Relationship Type="http://schemas.openxmlformats.org/officeDocument/2006/relationships/notesMaster" Target="/ppt/notesMasters/notesMaster1.xml" Id="Rb948f81e4c7042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7c3a0836dd49c7" /><Relationship Type="http://schemas.openxmlformats.org/officeDocument/2006/relationships/notesMaster" Target="/ppt/notesMasters/notesMaster1.xml" Id="R6982fbf2db3f4c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b9267dd2b442e4" /><Relationship Type="http://schemas.openxmlformats.org/officeDocument/2006/relationships/notesMaster" Target="/ppt/notesMasters/notesMaster1.xml" Id="R9b73409e16df4d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242fc29af64b10" /><Relationship Type="http://schemas.openxmlformats.org/officeDocument/2006/relationships/notesMaster" Target="/ppt/notesMasters/notesMaster1.xml" Id="R1cdb13b8f1c84c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6809d8b7e443bd" /><Relationship Type="http://schemas.openxmlformats.org/officeDocument/2006/relationships/notesMaster" Target="/ppt/notesMasters/notesMaster1.xml" Id="Re13176b87eeb43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85ef01f7ed4247" /><Relationship Type="http://schemas.openxmlformats.org/officeDocument/2006/relationships/notesMaster" Target="/ppt/notesMasters/notesMaster1.xml" Id="R93c7ac68ab7d43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5c880abadd4400" /><Relationship Type="http://schemas.openxmlformats.org/officeDocument/2006/relationships/notesMaster" Target="/ppt/notesMasters/notesMaster1.xml" Id="Ra218a74720bd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204 runs is the team plan, not a number mandated by the assignment. All sampled bug IDs are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Owner changed the round-one AI comparison. Instructor approval is not assumed. Historical Auto Router outputs are reused only when resolved allowed-family labels and provenance agree.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scripts/study/generate.py; docs/study-protocol.md; Hansen tutorial https://arxiv.org/abs/1604.00772; Chen et al. https://doi.org/10.1007/978-3-540-30502-6_23. Coverage is measured afterward, not used as CMA-ES fitness.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Policies and snapshots: results/study/kku-only-20261001/processing-policy-v*.json and generation/processing-sources. Missing historical policy files are not reconstructed as prior evidence. No assertion values selected from buggy outcomes. Compile rate describes final primary records, not all attempts.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Example records: results/study/kku-only-20261001/{claude,gemini}/Jsoup/intellisphere-s101-b30/evaluation/record.json. Demo guide: presentation/demo-guide-kku-only.md.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</a:t>
            </a:r>
          </a:p>
          <a:p xmlns:a="http://schemas.openxmlformats.org/drawingml/2006/main">
            <a:r>
              <a:t>Commands and walkthrough: docs/KKU_ONLY_CONTINUATION.md and presentation/demo-guide-kku-only.md. Old aggregate.py commands describe the original study, not this new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docs/reference/SQA_Round1_กลุ่ม14.pdf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70534bd6f45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b6d7305c84d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a5e3811784f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d565464af42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17fddcdaf47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77e71a78040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174B4C-83C4-48A9-B43C-15B5EE3946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23E924-12E8-4939-9467-B5E165ACB2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FC950D-45E7-47B1-A14B-D4F460622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2F538F-80EF-45BF-BE16-329D19F8AD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D0907E-8125-4C5E-BF2D-FEA5975B2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2C906F-BC6A-4ED5-B283-09B332DFF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2258AC-1E30-4B68-A665-05FD1639E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20A7B5-067C-4844-96DD-A984FE7E2E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3A7947-85D7-4265-A0AB-BD8FB8093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60C4CB-5590-4A4C-A245-5BE47D6457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963c370b9f4fcf" /><Relationship Type="http://schemas.openxmlformats.org/officeDocument/2006/relationships/slideLayout" Target="/ppt/slideLayouts/slideLayout1.xml" Id="R80e57f193f8c411a" /><Relationship Type="http://schemas.openxmlformats.org/officeDocument/2006/relationships/slideLayout" Target="/ppt/slideLayouts/slideLayout2.xml" Id="Reb91554a72244149" /><Relationship Type="http://schemas.openxmlformats.org/officeDocument/2006/relationships/slideLayout" Target="/ppt/slideLayouts/slideLayout3.xml" Id="R48da81afde5145b8" /><Relationship Type="http://schemas.openxmlformats.org/officeDocument/2006/relationships/slideLayout" Target="/ppt/slideLayouts/slideLayout4.xml" Id="R85a60e104fa24a1c" /><Relationship Type="http://schemas.openxmlformats.org/officeDocument/2006/relationships/slideLayout" Target="/ppt/slideLayouts/slideLayout5.xml" Id="Rf6669c8b7e944cba" /><Relationship Type="http://schemas.openxmlformats.org/officeDocument/2006/relationships/slideLayout" Target="/ppt/slideLayouts/slideLayout6.xml" Id="R69e0254f375048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e57f193f8c411a"/>
    <p:sldLayoutId xmlns:r="http://schemas.openxmlformats.org/officeDocument/2006/relationships" id="2147483650" r:id="Reb91554a72244149"/>
    <p:sldLayoutId xmlns:r="http://schemas.openxmlformats.org/officeDocument/2006/relationships" id="2147483651" r:id="R48da81afde5145b8"/>
    <p:sldLayoutId xmlns:r="http://schemas.openxmlformats.org/officeDocument/2006/relationships" id="2147483652" r:id="R85a60e104fa24a1c"/>
    <p:sldLayoutId xmlns:r="http://schemas.openxmlformats.org/officeDocument/2006/relationships" id="2147483653" r:id="Rf6669c8b7e944cba"/>
    <p:sldLayoutId xmlns:r="http://schemas.openxmlformats.org/officeDocument/2006/relationships" id="2147483654" r:id="R69e0254f375048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656e712f74a83" /><Relationship Type="http://schemas.openxmlformats.org/officeDocument/2006/relationships/notesSlide" Target="/ppt/notesSlides/notesSlide1.xml" Id="Rebf84809a20445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3c6daa1a041cf" /><Relationship Type="http://schemas.openxmlformats.org/officeDocument/2006/relationships/notesSlide" Target="/ppt/notesSlides/notesSlide2.xml" Id="R5631899e281344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675d24cdfa4a39" /><Relationship Type="http://schemas.openxmlformats.org/officeDocument/2006/relationships/notesSlide" Target="/ppt/notesSlides/notesSlide3.xml" Id="Re8cf4f06a59340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01d19772864e9d" /><Relationship Type="http://schemas.openxmlformats.org/officeDocument/2006/relationships/notesSlide" Target="/ppt/notesSlides/notesSlide4.xml" Id="Rf8e247d40ce648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5b8a7b4684611" /><Relationship Type="http://schemas.openxmlformats.org/officeDocument/2006/relationships/notesSlide" Target="/ppt/notesSlides/notesSlide5.xml" Id="R89c7d392494943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5a6b655d94e31" /><Relationship Type="http://schemas.openxmlformats.org/officeDocument/2006/relationships/notesSlide" Target="/ppt/notesSlides/notesSlide6.xml" Id="R05261cf976434a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4b7420c4e455b" /><Relationship Type="http://schemas.openxmlformats.org/officeDocument/2006/relationships/chart" Target="/ppt/slides/charts/chart1.xml" Id="R533585a3ec714542" /><Relationship Type="http://schemas.openxmlformats.org/officeDocument/2006/relationships/notesSlide" Target="/ppt/notesSlides/notesSlide7.xml" Id="Rd3ed0df7ba4d49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03915613e4130" /><Relationship Type="http://schemas.openxmlformats.org/officeDocument/2006/relationships/notesSlide" Target="/ppt/notesSlides/notesSlide8.xml" Id="R1398fc96ce6b46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d1336a73a44e6" /><Relationship Type="http://schemas.openxmlformats.org/officeDocument/2006/relationships/notesSlide" Target="/ppt/notesSlides/notesSlide9.xml" Id="R6c85c0ad86bd48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94583dca64e43" /><Relationship Type="http://schemas.openxmlformats.org/officeDocument/2006/relationships/notesSlide" Target="/ppt/notesSlides/notesSlide10.xml" Id="Rdd401730687b40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0fcb12ef44e3d" /><Relationship Type="http://schemas.openxmlformats.org/officeDocument/2006/relationships/notesSlide" Target="/ppt/notesSlides/notesSlide11.xml" Id="R0a0b0fa4e8ea46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e199c35b74f7a" /><Relationship Type="http://schemas.openxmlformats.org/officeDocument/2006/relationships/notesSlide" Target="/ppt/notesSlides/notesSlide12.xml" Id="Ra35fc9d1500247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a8aa183564252" /><Relationship Type="http://schemas.openxmlformats.org/officeDocument/2006/relationships/notesSlide" Target="/ppt/notesSlides/notesSlide13.xml" Id="R3a2be58297974b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6d53f1135494c" /><Relationship Type="http://schemas.openxmlformats.org/officeDocument/2006/relationships/notesSlide" Target="/ppt/notesSlides/notesSlide14.xml" Id="Rbecc50c2e9eb47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a31b8db2bf4a32" /><Relationship Type="http://schemas.openxmlformats.org/officeDocument/2006/relationships/notesSlide" Target="/ppt/notesSlides/notesSlide15.xml" Id="Rd42f6c39361743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a01e728ad48be" /><Relationship Type="http://schemas.openxmlformats.org/officeDocument/2006/relationships/notesSlide" Target="/ppt/notesSlides/notesSlide16.xml" Id="R2fb1747010c74c9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Line macro (%)</c:v>
          </c:tx>
          <c:spPr>
            <a:solidFill xmlns:a="http://schemas.openxmlformats.org/drawingml/2006/main">
              <a:srgbClr val="245B82"/>
            </a:solidFill>
          </c:spPr>
          <c:cat>
            <c:strRef>
              <c:f>'Chart Data'!$A$2:$A$5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26.63</c:v>
                </c:pt>
                <c:pt idx="1">
                  <c:v>26.41</c:v>
                </c:pt>
                <c:pt idx="2">
                  <c:v>57.73</c:v>
                </c:pt>
                <c:pt idx="3">
                  <c:v>71.92</c:v>
                </c:pt>
              </c:numCache>
            </c:numRef>
          </c:val>
        </c:ser>
        <c:ser>
          <c:idx val="1"/>
          <c:order val="1"/>
          <c:tx>
            <c:v>Condition macro (%)</c:v>
          </c:tx>
          <c:spPr>
            <a:solidFill xmlns:a="http://schemas.openxmlformats.org/drawingml/2006/main">
              <a:srgbClr val="709A9D"/>
            </a:solidFill>
          </c:spPr>
          <c:cat>
            <c:strRef>
              <c:f>'Chart Data'!$C$2:$C$5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15.09</c:v>
                </c:pt>
                <c:pt idx="1">
                  <c:v>15.63</c:v>
                </c:pt>
                <c:pt idx="2">
                  <c:v>47.95</c:v>
                </c:pt>
                <c:pt idx="3">
                  <c:v>62.02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2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Tahoma"/>
              <a:ea typeface="Tahoma"/>
              <a:cs typeface="Tahoma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79306-04E7-442C-8177-D2BD31C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การสร้างชุดทดสอบ Java รอบที่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10738-8E34-4528-9D6E-2E6532DC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และ FSCS-ART เทียบกับ Claude และ Gemini ผ่าน KKU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ABE8F-E6EB-48CF-9CB4-5D0E95EA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CP353201 Software Quality Assurance / กลุ่ม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1D0DC-D557-46DF-9FC8-8A0D8206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สำเร็จ 178/204 รอบตามแผนทีม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717DC-4EBC-4A8A-BF63-74D195BF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ผลทดลองยังไม่ครบ และยังไม่ใช่หลักฐานการส่งงาน</a:t>
            </a:r>
          </a:p>
        </p:txBody>
      </p:sp>
    </p:spTree>
    <p:extLst>
      <p:ext uri="{BB962C8B-B14F-4D97-AF65-F5344CB8AC3E}">
        <p14:creationId xmlns:p14="http://schemas.microsoft.com/office/powerpoint/2010/main" val="1941504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C7847-349E-47B1-9FFC-9FBB3D3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02030-EC0F-4FA1-B462-7BD73A88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17 Java projects ใน Defects4J 3.0.1 / หนึ่ง active bug ต่อ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EB146-B9BD-4D39-9804-35350477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 run indices: 101, 102, 103 / สูงสุด 30 test methods ต่อ AI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B831E-5E9C-4600-986C-40985537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อัลกอริทึมเสนอ 30 input vectors ต่อ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A1170-1CC5-4063-AFF5-79C92735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วัด coverage เฉพาะ classes ที่แก้ไขใน bug ที่เลือก</a:t>
            </a:r>
          </a:p>
        </p:txBody>
      </p:sp>
    </p:spTree>
    <p:extLst>
      <p:ext uri="{BB962C8B-B14F-4D97-AF65-F5344CB8AC3E}">
        <p14:creationId xmlns:p14="http://schemas.microsoft.com/office/powerpoint/2010/main" val="523104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D4D00-8161-49B6-9F22-7AFAE3B7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ข้อกำหนด AI ปัจจุบัน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B0685-58E4-4A28-A488-E6B7B154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ส่ง exact original prompt ผ่าน gen.ai.kku.ac.th/chat เท่านั้น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E28CD-DC05-4C87-BE0B-D66A51A7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คำตอบใหม่เลือก Claude หรือ Gemini agent โดยตรง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68454-FCCB-4289-A79F-DD1C5236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ผลเดิมใช้เฉพาะ audited KKU Claude/Gemini และแยก model label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77173-92B2-4AEB-86A6-4DC0CF79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Claude-direct และโมเดลตระกูลอื่นไม่รวมในผลหลัก</a:t>
            </a:r>
          </a:p>
        </p:txBody>
      </p:sp>
    </p:spTree>
    <p:extLst>
      <p:ext uri="{BB962C8B-B14F-4D97-AF65-F5344CB8AC3E}">
        <p14:creationId xmlns:p14="http://schemas.microsoft.com/office/powerpoint/2010/main" val="14760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B3404-A863-42B6-8DB6-F1D06BC5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อัลกอริทึมและ oracle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2E15E-5A50-4A49-9554-0F4352FB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 เลือก candidate ที่ห่างจาก input ก่อนหน้ามากที่สุด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A4954-7A68-4BAE-AA6B-13F01927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ปรับ distribution เพื่อเพิ่ม fixed-output diversity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2140E-53A0-4831-A61D-50360DD2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Reflection fixtures มีขอบเขตจำกัด รวมสมาชิก non-public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95B36-4ADE-4477-9D50-FE786C41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สังเกต fixed ซ้ำก่อนสร้าง assertions และเก็บ unstable cases</a:t>
            </a:r>
          </a:p>
        </p:txBody>
      </p:sp>
    </p:spTree>
    <p:extLst>
      <p:ext uri="{BB962C8B-B14F-4D97-AF65-F5344CB8AC3E}">
        <p14:creationId xmlns:p14="http://schemas.microsoft.com/office/powerpoint/2010/main" val="1803533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B1D5B-ED84-489E-AEAC-5A0D72F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หลักฐานที่ต้องผ่านก่อนนับ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2FD60-CF57-46F2-8A33-3B527130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JUnit suite ผ่าน fixed ครั้งที่ 1 และครั้งที่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163CF-DDC1-4825-8260-70617770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buggy เพื่อแยก assertion failure จาก harness/timeout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A3841-43C8-40CD-8BB1-BB8D17C2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fixed coverage, logs, suite archives และ processing hashes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70B99-E4CA-4EB1-8FC7-C1953039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Execution audit ผ่าน / record SHA ตรง manifest; provenance gaps เปิดเผยแยก</a:t>
            </a:r>
          </a:p>
        </p:txBody>
      </p:sp>
    </p:spTree>
    <p:extLst>
      <p:ext uri="{BB962C8B-B14F-4D97-AF65-F5344CB8AC3E}">
        <p14:creationId xmlns:p14="http://schemas.microsoft.com/office/powerpoint/2010/main" val="365058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585EF-FECD-43C6-9F33-5C791F07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ผลที่สำเร็จและ test methods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AB60F-E51B-4F02-A769-015100381A72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190750"/>
                <a:gridCol w="2571750"/>
                <a:gridCol w="25527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Runs / 51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Projects / 17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Methods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646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988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CEB3B-A4A0-4AEC-9958-24A0AC4D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Methods รวมสถานการณ์ที่อาจซ้ำข้ามรอบ ไม่ใช่ unique scenarios</a:t>
            </a:r>
          </a:p>
        </p:txBody>
      </p:sp>
    </p:spTree>
    <p:extLst>
      <p:ext uri="{BB962C8B-B14F-4D97-AF65-F5344CB8AC3E}">
        <p14:creationId xmlns:p14="http://schemas.microsoft.com/office/powerpoint/2010/main" val="1416335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4579D-5A35-41DA-A276-1AF80D2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RQ1: Coverage ของ successful subsets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7451F489-3937-4216-95A4-A74A22776AC7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3585a3ec71454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C8CF7-BCF1-41C0-B7C1-084C8CE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ค่าเฉลี่ยต่อ run / ตัวหารต่างกัน / ใช้จัดอันดับทั่วไปไม่ได้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21183038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293D0-623D-4B34-B613-941B8155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RQ2: Fault detection พร้อมตัวหาร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F011D-631F-432A-AE82-5B160D42A05F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476500"/>
                <a:gridCol w="24574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bugs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Bug rate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29.4%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10/51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23.5%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7/25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4/13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30.8%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23/51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52.9%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62C97-F9AF-4806-B099-7544D9C7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นับ bug เดียวครั้งเดียว แม้หลาย methods/runs ตรวจพบซ้ำ</a:t>
            </a:r>
          </a:p>
        </p:txBody>
      </p:sp>
    </p:spTree>
    <p:extLst>
      <p:ext uri="{BB962C8B-B14F-4D97-AF65-F5344CB8AC3E}">
        <p14:creationId xmlns:p14="http://schemas.microsoft.com/office/powerpoint/2010/main" val="3039043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340EB-0A99-497D-9F5B-95D2388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กลุ่มที่ครบสี่วิธี: 25 กลุ่ม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F046A-5C1B-4FE7-A58C-68A9B2B455E5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238250"/>
                <a:gridCol w="314325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Line macro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38.2%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6/25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38.1%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8/25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7/25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78.0%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11/25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88F3F-5028-40CD-9450-D5EA2FC9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25 กลุ่มจาก 13 projects / รายการเต็มอยู่ใน analysis.json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2F680-BD78-4446-A5AD-9C9D0455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กลุ่มน้อยและเลือกจากชุดที่ผ่านทั้งหมด ยังมี selection bias</a:t>
            </a:r>
          </a:p>
        </p:txBody>
      </p:sp>
    </p:spTree>
    <p:extLst>
      <p:ext uri="{BB962C8B-B14F-4D97-AF65-F5344CB8AC3E}">
        <p14:creationId xmlns:p14="http://schemas.microsoft.com/office/powerpoint/2010/main" val="5545954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098A4-553C-418A-B980-D73043EC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RQ3: เวลาและ compilation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8FAFE-9E96-4AD1-AFD3-A3D87198BDA9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762250"/>
                <a:gridCol w="2514600"/>
                <a:gridCol w="25146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Compile ผ่าน/วัด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Eval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Gen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55.64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54.42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13.61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25/26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33.03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97.58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37.85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120.56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B53CB-102A-4531-B8EB-81F53C62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AI generation = เวลา UI ที่สังเกต / ไม่ใช่ model compute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11DDD-4F1F-4759-B78B-79F578DF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ต่างเครื่อง, caches และ build overhead มีผลต่อเวลา</a:t>
            </a:r>
          </a:p>
        </p:txBody>
      </p:sp>
    </p:spTree>
    <p:extLst>
      <p:ext uri="{BB962C8B-B14F-4D97-AF65-F5344CB8AC3E}">
        <p14:creationId xmlns:p14="http://schemas.microsoft.com/office/powerpoint/2010/main" val="1546783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BE902-4767-4F3E-9ECA-AD40A426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 AI ผ่าน local 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5C31C-C80C-4411-9C0F-B0277041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raw response โดยไม่แก้ไข และเก็บ failed attempts ทุกครั้ง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189C7-9F4D-40D4-B283-A8645F00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Cap ตาม source order และ fixed-only pruning สูงสุดสองรอบ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B7295-928A-4F45-8827-26F52BFF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driver/source snapshots และเวอร์ชัน processing ของแต่ละ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E5450-8BB1-4E12-BAD2-088B3393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ใช้คำว่า AI-assisted with local processing ในรายงาน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9755667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95CA9-7150-4312-BEF5-E3CE9CFE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ตัวอย่างจริง: Jsoup รอบ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EDE88-A198-455D-81FA-B7B2E7EF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Claude: 30 methods / fixed ผ่านซ้ำ / พบ assertion failure บน buggy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1AE19-4CD3-44FC-8696-FE952E94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Gemini: 16 methods / fixed ผ่านซ้ำ / ไม่ตรวจพบ sampled bug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8889E-3C83-44C2-8555-033EBDAC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source ของ normalise และ failing_tests เพื่ออธิบายพฤติกรรม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E4D8C-9A56-4B7A-B0EE-A4764499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Coverage สูงต้องพิจารณาร่วมกับ assertions และ fault outcomes</a:t>
            </a:r>
          </a:p>
        </p:txBody>
      </p:sp>
    </p:spTree>
    <p:extLst>
      <p:ext uri="{BB962C8B-B14F-4D97-AF65-F5344CB8AC3E}">
        <p14:creationId xmlns:p14="http://schemas.microsoft.com/office/powerpoint/2010/main" val="18279792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72B8C-9DA5-4037-A44C-43CDEE21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ข้อจำกัดบริการและผลที่ยังขาด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F4BEB-5DCF-45BD-B3ED-06F86BC0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โควตาและ server busy จำกัดการเก็บคำตอบผ่าน KKU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4F86-CDF5-42E9-B44D-EE6750BA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Provenance ยังมี 54 issues / ดู audit receipt ล่าสุด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C31F6-EA57-4B73-B914-284C8A41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ยังไม่ completed 26 รอบ / ดู pending-runs.csv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5E4D-6A0A-43DC-B4FA-C65692B0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ภาพบางรอบไม่อยู่ในชุดที่ได้รับ / missing metrics เป็น null</a:t>
            </a:r>
          </a:p>
        </p:txBody>
      </p:sp>
    </p:spTree>
    <p:extLst>
      <p:ext uri="{BB962C8B-B14F-4D97-AF65-F5344CB8AC3E}">
        <p14:creationId xmlns:p14="http://schemas.microsoft.com/office/powerpoint/2010/main" val="7211110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0C48A-0D11-43AD-AF69-A94D8AE7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ข้อจำกัดการเปรียบเทียบ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70AF4-511E-44BF-A3E3-2AF35FAA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หนึ่ง bug ต่อ project / successful subsets และ model versions ต่างกัน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680F1-0F2B-45BD-9A82-5DC19A0D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Fixture/reflection/oracle จำกัด object graphs และ stateful sequences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FD054-8F23-4982-B863-D20A164E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30 algorithm inputs และ 30 AI methods ใช้ effort ต่างกัน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B7204-D9E7-4687-BC90-1ADC0FB6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ยังสรุปผู้ชนะทั่วไปหรือ causal speed advantage 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21192382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2E7F7-85E6-482F-8E16-B92167FE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Demo และการทำซ้ำ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27012-368E-4AA3-9021-42361C1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manifest แล้วตรวจ path และ SHA ของ record ที่เลือก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3D2A2-C8EC-4377-A563-17A62A52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ดู generated source เทียบ fixed/buggy logs และ coverage.xml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B3C0B-C976-45E0-ABC0-6DE77386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status และ audits ก่อนสร้าง analysis/report ใหม่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16154-5F9B-4976-AC7B-69319C2F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ตรวจ delivery-status.json ก่อนอ้างว่า GitHub/Classroom ส่งแล้ว</a:t>
            </a:r>
          </a:p>
        </p:txBody>
      </p:sp>
    </p:spTree>
    <p:extLst>
      <p:ext uri="{BB962C8B-B14F-4D97-AF65-F5344CB8AC3E}">
        <p14:creationId xmlns:p14="http://schemas.microsoft.com/office/powerpoint/2010/main" val="4681325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D1FD8-260B-4CFA-A7A9-D8F73099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ผู้จัดทำ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187DB-51FB-480A-B253-0ADD2647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นายธนินธร อันทรบุตร  673380043-6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AFCC0-F22B-4539-BCB5-F4098799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นายศุภกร กรมรินทร์  673380061-4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125D4-8FA8-4252-9E46-B7F09995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นายณัชพล เพ็งพล  673380267-4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55C55-2863-4065-B387-21C1AA5F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นายณัฐกรณ์ อินธิสาร  673380268-2</a:t>
            </a:r>
          </a:p>
        </p:txBody>
      </p:sp>
    </p:spTree>
    <p:extLst>
      <p:ext uri="{BB962C8B-B14F-4D97-AF65-F5344CB8AC3E}">
        <p14:creationId xmlns:p14="http://schemas.microsoft.com/office/powerpoint/2010/main" val="1691813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2026-10-01T22:59:17.2230000Z</dcterms:created>
  <dcterms:modified xsi:type="dcterms:W3CDTF">2026-10-01T22:59:17.2230000Z</dcterms:modified>
</coreProperties>
</file>