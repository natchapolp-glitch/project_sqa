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ee71b01ad8470f" /><Relationship Type="http://schemas.openxmlformats.org/officeDocument/2006/relationships/extended-properties" Target="/docProps/app.xml" Id="R3b906dbf595f4082" /><Relationship Type="http://schemas.openxmlformats.org/officeDocument/2006/relationships/officeDocument" Target="/ppt/presentation.xml" Id="R83a55752e4ed4c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8fe7adcd3642b1"/>
  </p:sldMasterIdLst>
  <p:notesMasterIdLst>
    <p:notesMasterId xmlns:r="http://schemas.openxmlformats.org/officeDocument/2006/relationships" r:id="Rd790f59ff7fc4048"/>
  </p:notesMasterIdLst>
  <p:sldIdLst>
    <p:sldId xmlns:r="http://schemas.openxmlformats.org/officeDocument/2006/relationships" id="256" r:id="Rdfe8508bbf4d4213"/>
    <p:sldId xmlns:r="http://schemas.openxmlformats.org/officeDocument/2006/relationships" id="257" r:id="R0df7fac322f54267"/>
    <p:sldId xmlns:r="http://schemas.openxmlformats.org/officeDocument/2006/relationships" id="258" r:id="Ra09eefdc8d91440b"/>
    <p:sldId xmlns:r="http://schemas.openxmlformats.org/officeDocument/2006/relationships" id="259" r:id="R87b9f13b4d7e424c"/>
    <p:sldId xmlns:r="http://schemas.openxmlformats.org/officeDocument/2006/relationships" id="260" r:id="R95d1e64154e641a5"/>
    <p:sldId xmlns:r="http://schemas.openxmlformats.org/officeDocument/2006/relationships" id="261" r:id="R59ca3b9e6ac04b59"/>
    <p:sldId xmlns:r="http://schemas.openxmlformats.org/officeDocument/2006/relationships" id="262" r:id="Rf89d3cb0141d4501"/>
    <p:sldId xmlns:r="http://schemas.openxmlformats.org/officeDocument/2006/relationships" id="263" r:id="R5e15ef2fb9974b36"/>
    <p:sldId xmlns:r="http://schemas.openxmlformats.org/officeDocument/2006/relationships" id="264" r:id="Rd1e39ee51b224363"/>
    <p:sldId xmlns:r="http://schemas.openxmlformats.org/officeDocument/2006/relationships" id="265" r:id="Rb683c04a1b5744a9"/>
    <p:sldId xmlns:r="http://schemas.openxmlformats.org/officeDocument/2006/relationships" id="266" r:id="Rf4504413194c442e"/>
    <p:sldId xmlns:r="http://schemas.openxmlformats.org/officeDocument/2006/relationships" id="267" r:id="Rd183860e559b448e"/>
    <p:sldId xmlns:r="http://schemas.openxmlformats.org/officeDocument/2006/relationships" id="268" r:id="R97e0582eb6094b0d"/>
    <p:sldId xmlns:r="http://schemas.openxmlformats.org/officeDocument/2006/relationships" id="269" r:id="Rd6077e4fa653402b"/>
    <p:sldId xmlns:r="http://schemas.openxmlformats.org/officeDocument/2006/relationships" id="270" r:id="Rf5b883e691354b4a"/>
    <p:sldId xmlns:r="http://schemas.openxmlformats.org/officeDocument/2006/relationships" id="271" r:id="R5ed61a11c08e40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b02c01f2d44369" /><Relationship Type="http://schemas.openxmlformats.org/officeDocument/2006/relationships/slideMaster" Target="/ppt/slideMasters/slideMaster1.xml" Id="R6e8fe7adcd3642b1" /><Relationship Type="http://schemas.openxmlformats.org/officeDocument/2006/relationships/notesMaster" Target="/ppt/notesMasters/notesMaster1.xml" Id="Rd790f59ff7fc4048" /><Relationship Type="http://schemas.openxmlformats.org/officeDocument/2006/relationships/presProps" Target="/ppt/presProps.xml" Id="R02fb251fdae94bda" /><Relationship Type="http://schemas.openxmlformats.org/officeDocument/2006/relationships/tableStyles" Target="/ppt/tableStyles.xml" Id="Rb7c353e95a03459b" /><Relationship Type="http://schemas.openxmlformats.org/officeDocument/2006/relationships/slide" Target="/ppt/slides/slide1.xml" Id="Rdfe8508bbf4d4213" /><Relationship Type="http://schemas.openxmlformats.org/officeDocument/2006/relationships/slide" Target="/ppt/slides/slide2.xml" Id="R0df7fac322f54267" /><Relationship Type="http://schemas.openxmlformats.org/officeDocument/2006/relationships/slide" Target="/ppt/slides/slide3.xml" Id="Ra09eefdc8d91440b" /><Relationship Type="http://schemas.openxmlformats.org/officeDocument/2006/relationships/slide" Target="/ppt/slides/slide4.xml" Id="R87b9f13b4d7e424c" /><Relationship Type="http://schemas.openxmlformats.org/officeDocument/2006/relationships/slide" Target="/ppt/slides/slide5.xml" Id="R95d1e64154e641a5" /><Relationship Type="http://schemas.openxmlformats.org/officeDocument/2006/relationships/slide" Target="/ppt/slides/slide6.xml" Id="R59ca3b9e6ac04b59" /><Relationship Type="http://schemas.openxmlformats.org/officeDocument/2006/relationships/slide" Target="/ppt/slides/slide7.xml" Id="Rf89d3cb0141d4501" /><Relationship Type="http://schemas.openxmlformats.org/officeDocument/2006/relationships/slide" Target="/ppt/slides/slide8.xml" Id="R5e15ef2fb9974b36" /><Relationship Type="http://schemas.openxmlformats.org/officeDocument/2006/relationships/slide" Target="/ppt/slides/slide9.xml" Id="Rd1e39ee51b224363" /><Relationship Type="http://schemas.openxmlformats.org/officeDocument/2006/relationships/slide" Target="/ppt/slides/slide10.xml" Id="Rb683c04a1b5744a9" /><Relationship Type="http://schemas.openxmlformats.org/officeDocument/2006/relationships/slide" Target="/ppt/slides/slide11.xml" Id="Rf4504413194c442e" /><Relationship Type="http://schemas.openxmlformats.org/officeDocument/2006/relationships/slide" Target="/ppt/slides/slide12.xml" Id="Rd183860e559b448e" /><Relationship Type="http://schemas.openxmlformats.org/officeDocument/2006/relationships/slide" Target="/ppt/slides/slide13.xml" Id="R97e0582eb6094b0d" /><Relationship Type="http://schemas.openxmlformats.org/officeDocument/2006/relationships/slide" Target="/ppt/slides/slide14.xml" Id="Rd6077e4fa653402b" /><Relationship Type="http://schemas.openxmlformats.org/officeDocument/2006/relationships/slide" Target="/ppt/slides/slide15.xml" Id="Rf5b883e691354b4a" /><Relationship Type="http://schemas.openxmlformats.org/officeDocument/2006/relationships/slide" Target="/ppt/slides/slide16.xml" Id="R5ed61a11c08e40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6189bb3cf840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05e3a50c764e7f" /><Relationship Type="http://schemas.openxmlformats.org/officeDocument/2006/relationships/notesMaster" Target="/ppt/notesMasters/notesMaster1.xml" Id="R2355e3ba3ae148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6146efa60441ad" /><Relationship Type="http://schemas.openxmlformats.org/officeDocument/2006/relationships/notesMaster" Target="/ppt/notesMasters/notesMaster1.xml" Id="R9a51d6a0885f46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523dfb6a8c4b86" /><Relationship Type="http://schemas.openxmlformats.org/officeDocument/2006/relationships/notesMaster" Target="/ppt/notesMasters/notesMaster1.xml" Id="R6d84319f377e49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6a73214ece48f8" /><Relationship Type="http://schemas.openxmlformats.org/officeDocument/2006/relationships/notesMaster" Target="/ppt/notesMasters/notesMaster1.xml" Id="R8609f48351514a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b9b323528b48ed" /><Relationship Type="http://schemas.openxmlformats.org/officeDocument/2006/relationships/notesMaster" Target="/ppt/notesMasters/notesMaster1.xml" Id="R371c5ab9ea9548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44379f95774153" /><Relationship Type="http://schemas.openxmlformats.org/officeDocument/2006/relationships/notesMaster" Target="/ppt/notesMasters/notesMaster1.xml" Id="R84c4e73eb72044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5095a839ff43cb" /><Relationship Type="http://schemas.openxmlformats.org/officeDocument/2006/relationships/notesMaster" Target="/ppt/notesMasters/notesMaster1.xml" Id="R4e4a5dc950e748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fa03c0f21e4d4f" /><Relationship Type="http://schemas.openxmlformats.org/officeDocument/2006/relationships/notesMaster" Target="/ppt/notesMasters/notesMaster1.xml" Id="R780fb66d77e344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471a867e014c30" /><Relationship Type="http://schemas.openxmlformats.org/officeDocument/2006/relationships/notesMaster" Target="/ppt/notesMasters/notesMaster1.xml" Id="Rbd73834bfc2c46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951a00cb82431f" /><Relationship Type="http://schemas.openxmlformats.org/officeDocument/2006/relationships/notesMaster" Target="/ppt/notesMasters/notesMaster1.xml" Id="R86fa5bf3820047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5df3bff3ef4a59" /><Relationship Type="http://schemas.openxmlformats.org/officeDocument/2006/relationships/notesMaster" Target="/ppt/notesMasters/notesMaster1.xml" Id="R0ed232d7957a43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463eb252f44da6" /><Relationship Type="http://schemas.openxmlformats.org/officeDocument/2006/relationships/notesMaster" Target="/ppt/notesMasters/notesMaster1.xml" Id="R536bbd43787b43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cb183cde214b5f" /><Relationship Type="http://schemas.openxmlformats.org/officeDocument/2006/relationships/notesMaster" Target="/ppt/notesMasters/notesMaster1.xml" Id="R3c94a43b5a5f45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65d4d8805941de" /><Relationship Type="http://schemas.openxmlformats.org/officeDocument/2006/relationships/notesMaster" Target="/ppt/notesMasters/notesMaster1.xml" Id="Ra1b3af0e51ad48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ad9ee6fa0847d6" /><Relationship Type="http://schemas.openxmlformats.org/officeDocument/2006/relationships/notesMaster" Target="/ppt/notesMasters/notesMaster1.xml" Id="R9cd8ef8eb48344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87787064d94003" /><Relationship Type="http://schemas.openxmlformats.org/officeDocument/2006/relationships/notesMaster" Target="/ppt/notesMasters/notesMaster1.xml" Id="R481a91d4549344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204 runs is the team plan, not a number mandated by the assignment. All sampled bug IDs are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Owner changed the round-one AI comparison. Instructor approval is not assumed. Historical Auto Router outputs are reused only when resolved allowed-family labels and provenance agree.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scripts/study/generate.py; docs/study-protocol.md; Hansen tutorial https://arxiv.org/abs/1604.00772; Chen et al. https://doi.org/10.1007/978-3-540-30502-6_23. Coverage is measured afterward, not used as CMA-ES fitness.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Policies and snapshots: results/study/kku-only-20261001/processing-policy-v*.json and generation/processing-sources. Missing historical policy files are not reconstructed as prior evidence. No assertion values selected from buggy outcomes. Compile rate describes final primary records, not all attempts.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Example records: results/study/kku-only-20261001/{claude,gemini}/Jsoup/intellisphere-s101-b30/evaluation/record.json. Demo guide: presentation/demo-guide-kku-only.md.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Commands and walkthrough: docs/KKU_ONLY_CONTINUATION.md and presentation/demo-guide-kku-only.md. Old aggregate.py commands describe the original study, not this new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docs/reference/SQA_Round1_กลุ่ม14.pdf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4834eee6347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1ceffee9c42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deb57d5cd47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530cb83fc4d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539444af9421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d9e62451346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9DC023-9708-42F6-84D2-2F62AEA40E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527432-36CE-46DE-8B02-54E94DD455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C3F3B2-2F96-4AAC-8545-BB6D2EA447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0D8DCE-F97E-48AB-9B31-3FEDC39D19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6A5A03-FC50-49A2-AA7E-62AF06CC4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B01139-96F7-4EFB-AE4C-70ECF3E99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8F02D4-2C7B-4E6B-945D-B525DE784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29D8EF-091F-40B5-B143-E74DB6EA24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B99EDC-7B3F-4D9B-AB0C-FEB39A259D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CB1A16-6E61-426E-BE3F-2F796B94F7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d9832184b446f4" /><Relationship Type="http://schemas.openxmlformats.org/officeDocument/2006/relationships/slideLayout" Target="/ppt/slideLayouts/slideLayout1.xml" Id="R05e7f357cc26440c" /><Relationship Type="http://schemas.openxmlformats.org/officeDocument/2006/relationships/slideLayout" Target="/ppt/slideLayouts/slideLayout2.xml" Id="Rcbd0f54816034455" /><Relationship Type="http://schemas.openxmlformats.org/officeDocument/2006/relationships/slideLayout" Target="/ppt/slideLayouts/slideLayout3.xml" Id="R9972dc6932864fe5" /><Relationship Type="http://schemas.openxmlformats.org/officeDocument/2006/relationships/slideLayout" Target="/ppt/slideLayouts/slideLayout4.xml" Id="R2a0877df2d2d44d5" /><Relationship Type="http://schemas.openxmlformats.org/officeDocument/2006/relationships/slideLayout" Target="/ppt/slideLayouts/slideLayout5.xml" Id="R07e5bad3a6954c81" /><Relationship Type="http://schemas.openxmlformats.org/officeDocument/2006/relationships/slideLayout" Target="/ppt/slideLayouts/slideLayout6.xml" Id="R4e7b6db19dd443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e7f357cc26440c"/>
    <p:sldLayoutId xmlns:r="http://schemas.openxmlformats.org/officeDocument/2006/relationships" id="2147483650" r:id="Rcbd0f54816034455"/>
    <p:sldLayoutId xmlns:r="http://schemas.openxmlformats.org/officeDocument/2006/relationships" id="2147483651" r:id="R9972dc6932864fe5"/>
    <p:sldLayoutId xmlns:r="http://schemas.openxmlformats.org/officeDocument/2006/relationships" id="2147483652" r:id="R2a0877df2d2d44d5"/>
    <p:sldLayoutId xmlns:r="http://schemas.openxmlformats.org/officeDocument/2006/relationships" id="2147483653" r:id="R07e5bad3a6954c81"/>
    <p:sldLayoutId xmlns:r="http://schemas.openxmlformats.org/officeDocument/2006/relationships" id="2147483654" r:id="R4e7b6db19dd443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d8b84918e4e61" /><Relationship Type="http://schemas.openxmlformats.org/officeDocument/2006/relationships/notesSlide" Target="/ppt/notesSlides/notesSlide1.xml" Id="R8be0e51c31d243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f891c97a24bc7" /><Relationship Type="http://schemas.openxmlformats.org/officeDocument/2006/relationships/notesSlide" Target="/ppt/notesSlides/notesSlide2.xml" Id="R399c355f291748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67576421dc452f" /><Relationship Type="http://schemas.openxmlformats.org/officeDocument/2006/relationships/notesSlide" Target="/ppt/notesSlides/notesSlide3.xml" Id="Reccebef4388c46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40af5cc5e4964" /><Relationship Type="http://schemas.openxmlformats.org/officeDocument/2006/relationships/notesSlide" Target="/ppt/notesSlides/notesSlide4.xml" Id="R77a5406b29dc4d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7bb4741f0e4889" /><Relationship Type="http://schemas.openxmlformats.org/officeDocument/2006/relationships/notesSlide" Target="/ppt/notesSlides/notesSlide5.xml" Id="R72ddb2a0653c41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624e639dd421f" /><Relationship Type="http://schemas.openxmlformats.org/officeDocument/2006/relationships/notesSlide" Target="/ppt/notesSlides/notesSlide6.xml" Id="R6f2c93b8a74442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a5f6e9deaa46c6" /><Relationship Type="http://schemas.openxmlformats.org/officeDocument/2006/relationships/chart" Target="/ppt/slides/charts/chart1.xml" Id="Rf5a11fdf53564629" /><Relationship Type="http://schemas.openxmlformats.org/officeDocument/2006/relationships/notesSlide" Target="/ppt/notesSlides/notesSlide7.xml" Id="Rdfa28320d81e45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2c4f9e4634090" /><Relationship Type="http://schemas.openxmlformats.org/officeDocument/2006/relationships/notesSlide" Target="/ppt/notesSlides/notesSlide8.xml" Id="R7447a43eea394e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aee4a13514d6a" /><Relationship Type="http://schemas.openxmlformats.org/officeDocument/2006/relationships/notesSlide" Target="/ppt/notesSlides/notesSlide9.xml" Id="Re7adb84c0ceb42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c7286c764245c6" /><Relationship Type="http://schemas.openxmlformats.org/officeDocument/2006/relationships/notesSlide" Target="/ppt/notesSlides/notesSlide10.xml" Id="R34106a70a62c43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e2a6ecdc684e1d" /><Relationship Type="http://schemas.openxmlformats.org/officeDocument/2006/relationships/notesSlide" Target="/ppt/notesSlides/notesSlide11.xml" Id="R2421d7279b9a46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d6a9c33ce4890" /><Relationship Type="http://schemas.openxmlformats.org/officeDocument/2006/relationships/notesSlide" Target="/ppt/notesSlides/notesSlide12.xml" Id="Re0c71507a5ed43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d1c60d1e5429b" /><Relationship Type="http://schemas.openxmlformats.org/officeDocument/2006/relationships/notesSlide" Target="/ppt/notesSlides/notesSlide13.xml" Id="R96d61f61f4b343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2f2a44c0b492a" /><Relationship Type="http://schemas.openxmlformats.org/officeDocument/2006/relationships/notesSlide" Target="/ppt/notesSlides/notesSlide14.xml" Id="R8464572c515e4f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1ec9a95afc4eda" /><Relationship Type="http://schemas.openxmlformats.org/officeDocument/2006/relationships/notesSlide" Target="/ppt/notesSlides/notesSlide15.xml" Id="R2f69b2a4a0f248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7bdedf76494238" /><Relationship Type="http://schemas.openxmlformats.org/officeDocument/2006/relationships/notesSlide" Target="/ppt/notesSlides/notesSlide16.xml" Id="R09f6facbf03a4b2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Line macro (%)</c:v>
          </c:tx>
          <c:spPr>
            <a:solidFill xmlns:a="http://schemas.openxmlformats.org/drawingml/2006/main">
              <a:srgbClr val="245B82"/>
            </a:solidFill>
          </c:spPr>
          <c:cat>
            <c:strRef>
              <c:f>'Chart Data'!$A$2:$A$5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Claude</c:v>
                </c:pt>
                <c:pt idx="3">
                  <c:v>KKU Gemini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26.63</c:v>
                </c:pt>
                <c:pt idx="1">
                  <c:v>26.41</c:v>
                </c:pt>
                <c:pt idx="2">
                  <c:v>57.73</c:v>
                </c:pt>
                <c:pt idx="3">
                  <c:v>71.92</c:v>
                </c:pt>
              </c:numCache>
            </c:numRef>
          </c:val>
        </c:ser>
        <c:ser>
          <c:idx val="1"/>
          <c:order val="1"/>
          <c:tx>
            <c:v>Condition macro (%)</c:v>
          </c:tx>
          <c:spPr>
            <a:solidFill xmlns:a="http://schemas.openxmlformats.org/drawingml/2006/main">
              <a:srgbClr val="709A9D"/>
            </a:solidFill>
          </c:spPr>
          <c:cat>
            <c:strRef>
              <c:f>'Chart Data'!$C$2:$C$5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Claude</c:v>
                </c:pt>
                <c:pt idx="3">
                  <c:v>KKU Gemini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15.09</c:v>
                </c:pt>
                <c:pt idx="1">
                  <c:v>15.63</c:v>
                </c:pt>
                <c:pt idx="2">
                  <c:v>47.95</c:v>
                </c:pt>
                <c:pt idx="3">
                  <c:v>62.02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  <c:majorUnit val="2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Tahoma"/>
              <a:ea typeface="Tahoma"/>
              <a:cs typeface="Tahoma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98DE8-F66B-4D3D-A04A-C2D76E03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การสร้างชุดทดสอบ Java รอบที่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305FE-2B72-4A5F-86B2-4C5FD489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CMA-ES และ FSCS-ART เทียบกับ Claude และ Gemini ผ่าน KKU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798A1-D841-44C4-917F-43F6088A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CP353201 Software Quality Assurance / กลุ่ม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66951-BA85-4C43-86CD-E7E39B4A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สำเร็จ 178/204 รอบตามแผนทีม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A0C77-7ED5-4A71-B85A-E0FAC42F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ผลทดลองยังไม่ครบ และยังไม่ใช่หลักฐานการส่งงาน</a:t>
            </a:r>
          </a:p>
        </p:txBody>
      </p:sp>
    </p:spTree>
    <p:extLst>
      <p:ext uri="{BB962C8B-B14F-4D97-AF65-F5344CB8AC3E}">
        <p14:creationId xmlns:p14="http://schemas.microsoft.com/office/powerpoint/2010/main" val="1298799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10262-F692-44C3-84EA-ABD6CB85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ขอบเขตการทดลอง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90C16-3FA9-4A0F-9DBA-429ABCA8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17 Java projects ใน Defects4J 3.0.1 / หนึ่ง active bug ต่อ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724C2-F47D-489E-8126-0B80DEA7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 run indices: 101, 102, 103 / สูงสุด 30 test methods ต่อ AI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F1807-0E5B-4CE3-AA4E-CE2B0B65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อัลกอริทึมเสนอ 30 input vectors ต่อ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F195A-30E5-4E88-96E4-A777E5E7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วัด coverage เฉพาะ classes ที่แก้ไขใน bug ที่เลือก</a:t>
            </a:r>
          </a:p>
        </p:txBody>
      </p:sp>
    </p:spTree>
    <p:extLst>
      <p:ext uri="{BB962C8B-B14F-4D97-AF65-F5344CB8AC3E}">
        <p14:creationId xmlns:p14="http://schemas.microsoft.com/office/powerpoint/2010/main" val="620473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E63F7-4A01-48CC-A90D-90471947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ข้อกำหนด AI ปัจจุบัน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B8213-89D5-4B86-AD74-65EE356C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ส่ง exact original prompt ผ่าน gen.ai.kku.ac.th/chat เท่านั้น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1EB51-680F-414F-AD5D-7E306684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คำตอบใหม่เลือก Claude หรือ Gemini agent โดยตรง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C91BE-69BA-4137-AF0B-FCB6668E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ผลเดิมใช้เฉพาะ audited KKU Claude/Gemini และแยก model label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F6D1F-46EE-402D-90C3-3CC7B7C3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Claude-direct และโมเดลตระกูลอื่นไม่รวมในผลหลัก</a:t>
            </a:r>
          </a:p>
        </p:txBody>
      </p:sp>
    </p:spTree>
    <p:extLst>
      <p:ext uri="{BB962C8B-B14F-4D97-AF65-F5344CB8AC3E}">
        <p14:creationId xmlns:p14="http://schemas.microsoft.com/office/powerpoint/2010/main" val="60868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53EBE-B703-4464-BEB7-3C3916DB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อัลกอริทึมและ oracle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35EF1-71A7-4EA6-AE4D-C55293A6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FSCS-ART เลือก candidate ที่ห่างจาก input ก่อนหน้ามากที่สุด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59E84-5218-42A7-8180-B6D21410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CMA-ES ปรับ distribution เพื่อเพิ่ม fixed-output diversity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1C228-E97D-4C5D-B71A-2E9C9F79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Reflection fixtures มีขอบเขตจำกัด รวมสมาชิก non-public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7A26D-D738-41F0-BE17-71CA2FF1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สังเกต fixed ซ้ำก่อนสร้าง assertions และเก็บ unstable cases</a:t>
            </a:r>
          </a:p>
        </p:txBody>
      </p:sp>
    </p:spTree>
    <p:extLst>
      <p:ext uri="{BB962C8B-B14F-4D97-AF65-F5344CB8AC3E}">
        <p14:creationId xmlns:p14="http://schemas.microsoft.com/office/powerpoint/2010/main" val="1294691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6BDC5-F9A2-4EAF-BBBC-D9CD0D2A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หลักฐานที่ต้องผ่านก่อนนับ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BF7D8-22A8-4EF7-90A0-50176ED4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JUnit suite ผ่าน fixed ครั้งที่ 1 และครั้งที่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7DB05-A3D1-440E-B698-1164C0C0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รัน buggy เพื่อแยก assertion failure จาก harness/timeout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CEFDC-5575-4B15-A7F8-234D04C4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fixed coverage, logs, suite archives และ processing hashes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F8425-265F-456F-8D22-A659D59D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Execution audit ผ่าน / record SHA ตรง manifest; provenance gaps เปิดเผยแยก</a:t>
            </a:r>
          </a:p>
        </p:txBody>
      </p:sp>
    </p:spTree>
    <p:extLst>
      <p:ext uri="{BB962C8B-B14F-4D97-AF65-F5344CB8AC3E}">
        <p14:creationId xmlns:p14="http://schemas.microsoft.com/office/powerpoint/2010/main" val="1761987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74A7D-514F-4BFA-B7B6-D1E7D52D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ผลที่สำเร็จและ test methods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78FF8-9E96-4C94-9D1A-2905B2133B4F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190750"/>
                <a:gridCol w="2571750"/>
                <a:gridCol w="25527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Runs / 51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Projects / 17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Methods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1529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1529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25/51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646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988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4F2AE-5DAF-45E8-AB43-CB6EFBFF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Methods รวมสถานการณ์ที่อาจซ้ำข้ามรอบ ไม่ใช่ unique scenarios</a:t>
            </a:r>
          </a:p>
        </p:txBody>
      </p:sp>
    </p:spTree>
    <p:extLst>
      <p:ext uri="{BB962C8B-B14F-4D97-AF65-F5344CB8AC3E}">
        <p14:creationId xmlns:p14="http://schemas.microsoft.com/office/powerpoint/2010/main" val="1866669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AAC51-F568-4D8A-B3C9-CB1D1437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RQ1: Coverage ของ successful subsets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73764574-53E4-42CD-8F51-241F10FB5370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a11fdf5356462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D7CEA-CBE6-4DD8-B6F9-A11454A2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ค่าเฉลี่ยต่อ run / ตัวหารต่างกัน / ใช้จัดอันดับทั่วไปไม่ได้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10234044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7D780-386B-4395-899D-E6B51989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RQ2: Fault detection พร้อมตัวหาร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68DB7-D6D3-4005-A978-2DB5830AC197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2476500"/>
                <a:gridCol w="245745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runs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bugs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Bug rate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29.4%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10/51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4/17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23.5%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7/25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4/13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30.8%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23/51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52.9%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4C0FC-9451-40E6-AE37-E38F9183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นับ bug เดียวครั้งเดียว แม้หลาย methods/runs ตรวจพบซ้ำ</a:t>
            </a:r>
          </a:p>
        </p:txBody>
      </p:sp>
    </p:spTree>
    <p:extLst>
      <p:ext uri="{BB962C8B-B14F-4D97-AF65-F5344CB8AC3E}">
        <p14:creationId xmlns:p14="http://schemas.microsoft.com/office/powerpoint/2010/main" val="12199846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782A0-AEAF-40EC-BD9A-084CA07A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กลุ่มที่ครบสี่วิธี: 25 กลุ่ม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6A870-E7D2-489E-A7EB-9F29EA323FF8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238250"/>
                <a:gridCol w="314325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Line macro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runs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38.2%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6/25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38.1%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8/25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7/25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78.0%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11/25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EC6F0-66C5-48F6-B36C-558732B7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25 กลุ่มจาก 13 projects / รายการเต็มอยู่ใน analysis.json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B032E-6E5D-4ACD-B0DB-42FA13BC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กลุ่มน้อยและเลือกจากชุดที่ผ่านทั้งหมด ยังมี selection bias</a:t>
            </a:r>
          </a:p>
        </p:txBody>
      </p:sp>
    </p:spTree>
    <p:extLst>
      <p:ext uri="{BB962C8B-B14F-4D97-AF65-F5344CB8AC3E}">
        <p14:creationId xmlns:p14="http://schemas.microsoft.com/office/powerpoint/2010/main" val="19827197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7D64D-59E2-4F7B-A659-DC8D2A10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RQ3: เวลาและ compilation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9499F-DF9C-4B58-8C38-C3960A68830F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762250"/>
                <a:gridCol w="2514600"/>
                <a:gridCol w="25146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Compile ผ่าน/วัด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Eval median (s)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Gen median (s)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55.64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54.42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13.61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25/26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33.03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97.58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37.85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120.56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2CBB6-6410-459C-90DF-D1BD689A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AI generation = เวลา UI ที่สังเกต / ไม่ใช่ model compute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0AE64-4C73-44BE-91E2-19376A0C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ต่างเครื่อง, caches และ build overhead มีผลต่อเวลา</a:t>
            </a:r>
          </a:p>
        </p:txBody>
      </p:sp>
    </p:spTree>
    <p:extLst>
      <p:ext uri="{BB962C8B-B14F-4D97-AF65-F5344CB8AC3E}">
        <p14:creationId xmlns:p14="http://schemas.microsoft.com/office/powerpoint/2010/main" val="1301738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7095D-8F03-46E1-9794-83C04616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 AI ผ่าน local 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920EF-41AC-4F16-9292-A8A5A770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raw response โดยไม่แก้ไข และเก็บ failed attempts ทุกครั้ง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06FAA-FB5D-4AA2-AA97-00EEE6A2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Cap ตาม source order และ fixed-only pruning สูงสุดสองรอบ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71318-4CCD-43F3-B048-BD1ADB50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driver/source snapshots และเวอร์ชัน processing ของแต่ละ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A7913-A26E-4C8C-A585-592CE9E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ใช้คำว่า AI-assisted with local processing ในรายงาน</a:t>
            </a:r>
          </a:p>
        </p:txBody>
      </p:sp>
    </p:spTree>
    <p:extLst>
      <p:ext uri="{BB962C8B-B14F-4D97-AF65-F5344CB8AC3E}">
        <p14:creationId xmlns:p14="http://schemas.microsoft.com/office/powerpoint/2010/main" val="10469771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8DA3D-8680-4BCC-AB89-DDDDC421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ตัวอย่างจริง: Jsoup รอบ 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0F87D-900F-41E2-A8A9-93C823C7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Claude: 30 methods / fixed ผ่านซ้ำ / พบ assertion failure บน buggy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30035-DD1A-421A-A3D6-B938C50D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Gemini: 16 methods / fixed ผ่านซ้ำ / ไม่ตรวจพบ sampled bug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3FCDF-7DCC-4DB3-B372-1C28ABF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เปิด source ของ normalise และ failing_tests เพื่ออธิบายพฤติกรรม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6B3F4-79C0-4F59-8263-B146E274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Coverage สูงต้องพิจารณาร่วมกับ assertions และ fault outcomes</a:t>
            </a:r>
          </a:p>
        </p:txBody>
      </p:sp>
    </p:spTree>
    <p:extLst>
      <p:ext uri="{BB962C8B-B14F-4D97-AF65-F5344CB8AC3E}">
        <p14:creationId xmlns:p14="http://schemas.microsoft.com/office/powerpoint/2010/main" val="3375314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8BDB6-28A8-4500-A5FB-F09021B9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สถานะหลักฐานและผลที่ยังขาด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65BE0-E282-48E2-9F01-DC83FD74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โควตาและ server busy จำกัดการเก็บคำตอบผ่าน KKU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8CA4-A0D6-427A-B6C3-AB4F248C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Provenance audit: 0 issues / ภาพและ hashes ตรวจแล้ว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E5D63-084A-4839-B3E6-7AD5799C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ยังไม่ completed 26 รอบ / ดู pending-runs.csv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33114-A3A2-4475-AB6F-ADEBDEC2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ได้รับภาพที่ขาด 54 รายการแล้ว / failed-missing metrics ยังเป็น null</a:t>
            </a:r>
          </a:p>
        </p:txBody>
      </p:sp>
    </p:spTree>
    <p:extLst>
      <p:ext uri="{BB962C8B-B14F-4D97-AF65-F5344CB8AC3E}">
        <p14:creationId xmlns:p14="http://schemas.microsoft.com/office/powerpoint/2010/main" val="20591804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B9B8C-E390-4463-97CE-908E56D6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ข้อจำกัดการเปรียบเทียบ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EFEE7-2E62-4686-8BA0-BF4BDA75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หนึ่ง bug ต่อ project / successful subsets และ model versions ต่างกัน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CD987-658F-4670-B438-16069278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Fixture/reflection/oracle จำกัด object graphs และ stateful sequences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FC30A-A13C-45E1-AE04-E6833ADD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30 algorithm inputs และ 30 AI methods ใช้ effort ต่างกัน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0A20E-773B-4924-A4D9-D2DC4EDD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ยังสรุปผู้ชนะทั่วไปหรือ causal speed advantage 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2749875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93C1B-C87A-4E0D-B4D7-CC790704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Demo และการทำซ้ำ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3C7F4-BD06-41AA-B1AA-B43511A4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เปิด manifest แล้วตรวจ path และ SHA ของ record ที่เลือก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18ED7-600A-48A3-A76E-49C99EB6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ดู generated source เทียบ fixed/buggy logs และ coverage.xml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990B2-40EA-4393-82B4-D0378AFE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รัน status และ audits ก่อนสร้าง analysis/report ใหม่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52B2C-6D2A-4B2B-BCA4-BA9D4436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ตรวจ delivery-status.json ก่อนอ้างว่า GitHub/Classroom ส่งแล้ว</a:t>
            </a:r>
          </a:p>
        </p:txBody>
      </p:sp>
    </p:spTree>
    <p:extLst>
      <p:ext uri="{BB962C8B-B14F-4D97-AF65-F5344CB8AC3E}">
        <p14:creationId xmlns:p14="http://schemas.microsoft.com/office/powerpoint/2010/main" val="3326543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03127-9DCD-49E1-98C0-F09434B6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ผู้จัดทำ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86E0D-C70F-407B-B967-4DBDC507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นายธนินธร อันทรบุตร  673380043-6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45178-30E1-473E-BB29-71315423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นายศุภกร กรมรินทร์  673380061-4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8CB11-4ECD-4A0B-A160-59BA2F2B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นายณัชพล เพ็งพล  673380267-4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754EB-B5DD-48E2-8F51-35AFB53B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นายณัฐกรณ์ อินธิสาร  673380268-2</a:t>
            </a:r>
          </a:p>
        </p:txBody>
      </p:sp>
    </p:spTree>
    <p:extLst>
      <p:ext uri="{BB962C8B-B14F-4D97-AF65-F5344CB8AC3E}">
        <p14:creationId xmlns:p14="http://schemas.microsoft.com/office/powerpoint/2010/main" val="991739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2026-10-01T23:37:28.4960000Z</dcterms:created>
  <dcterms:modified xsi:type="dcterms:W3CDTF">2026-10-01T23:37:28.4970000Z</dcterms:modified>
</coreProperties>
</file>