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936abdd5847e2" /><Relationship Type="http://schemas.openxmlformats.org/officeDocument/2006/relationships/extended-properties" Target="/docProps/app.xml" Id="Rbf5624a777624046" /><Relationship Type="http://schemas.openxmlformats.org/officeDocument/2006/relationships/officeDocument" Target="/ppt/presentation.xml" Id="R269c8821b806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81587b30b466c"/>
  </p:sldMasterIdLst>
  <p:notesMasterIdLst>
    <p:notesMasterId xmlns:r="http://schemas.openxmlformats.org/officeDocument/2006/relationships" r:id="R9fd1f754aed74f5c"/>
  </p:notesMasterIdLst>
  <p:sldIdLst>
    <p:sldId xmlns:r="http://schemas.openxmlformats.org/officeDocument/2006/relationships" id="256" r:id="R6b7f9958a0dc4fe0"/>
    <p:sldId xmlns:r="http://schemas.openxmlformats.org/officeDocument/2006/relationships" id="257" r:id="R968ea5b892cd45cc"/>
    <p:sldId xmlns:r="http://schemas.openxmlformats.org/officeDocument/2006/relationships" id="258" r:id="Rcef42391da064e05"/>
    <p:sldId xmlns:r="http://schemas.openxmlformats.org/officeDocument/2006/relationships" id="259" r:id="R04bc83ed6ad04265"/>
    <p:sldId xmlns:r="http://schemas.openxmlformats.org/officeDocument/2006/relationships" id="260" r:id="Rd32ad40adf0c462d"/>
    <p:sldId xmlns:r="http://schemas.openxmlformats.org/officeDocument/2006/relationships" id="261" r:id="Refa44b1cab284f70"/>
    <p:sldId xmlns:r="http://schemas.openxmlformats.org/officeDocument/2006/relationships" id="262" r:id="R5ce67887eac3461d"/>
    <p:sldId xmlns:r="http://schemas.openxmlformats.org/officeDocument/2006/relationships" id="263" r:id="R4670036c0008434f"/>
    <p:sldId xmlns:r="http://schemas.openxmlformats.org/officeDocument/2006/relationships" id="264" r:id="R6017808e0ba6499e"/>
    <p:sldId xmlns:r="http://schemas.openxmlformats.org/officeDocument/2006/relationships" id="265" r:id="R754352b53fae4c50"/>
    <p:sldId xmlns:r="http://schemas.openxmlformats.org/officeDocument/2006/relationships" id="266" r:id="R06612b88d68440c9"/>
    <p:sldId xmlns:r="http://schemas.openxmlformats.org/officeDocument/2006/relationships" id="267" r:id="Rf0afc217ca364979"/>
    <p:sldId xmlns:r="http://schemas.openxmlformats.org/officeDocument/2006/relationships" id="268" r:id="R0554bb7c40754d69"/>
    <p:sldId xmlns:r="http://schemas.openxmlformats.org/officeDocument/2006/relationships" id="269" r:id="R24cfba1dbd45491d"/>
    <p:sldId xmlns:r="http://schemas.openxmlformats.org/officeDocument/2006/relationships" id="270" r:id="Rbd82024fcbbb41ea"/>
    <p:sldId xmlns:r="http://schemas.openxmlformats.org/officeDocument/2006/relationships" id="271" r:id="Ra235f18e4f4a4f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af2cdb4484107" /><Relationship Type="http://schemas.openxmlformats.org/officeDocument/2006/relationships/slideMaster" Target="/ppt/slideMasters/slideMaster1.xml" Id="R81e81587b30b466c" /><Relationship Type="http://schemas.openxmlformats.org/officeDocument/2006/relationships/notesMaster" Target="/ppt/notesMasters/notesMaster1.xml" Id="R9fd1f754aed74f5c" /><Relationship Type="http://schemas.openxmlformats.org/officeDocument/2006/relationships/presProps" Target="/ppt/presProps.xml" Id="Rae065de8e5e24d88" /><Relationship Type="http://schemas.openxmlformats.org/officeDocument/2006/relationships/tableStyles" Target="/ppt/tableStyles.xml" Id="Rbf2e3e907ff040b8" /><Relationship Type="http://schemas.openxmlformats.org/officeDocument/2006/relationships/slide" Target="/ppt/slides/slide1.xml" Id="R6b7f9958a0dc4fe0" /><Relationship Type="http://schemas.openxmlformats.org/officeDocument/2006/relationships/slide" Target="/ppt/slides/slide2.xml" Id="R968ea5b892cd45cc" /><Relationship Type="http://schemas.openxmlformats.org/officeDocument/2006/relationships/slide" Target="/ppt/slides/slide3.xml" Id="Rcef42391da064e05" /><Relationship Type="http://schemas.openxmlformats.org/officeDocument/2006/relationships/slide" Target="/ppt/slides/slide4.xml" Id="R04bc83ed6ad04265" /><Relationship Type="http://schemas.openxmlformats.org/officeDocument/2006/relationships/slide" Target="/ppt/slides/slide5.xml" Id="Rd32ad40adf0c462d" /><Relationship Type="http://schemas.openxmlformats.org/officeDocument/2006/relationships/slide" Target="/ppt/slides/slide6.xml" Id="Refa44b1cab284f70" /><Relationship Type="http://schemas.openxmlformats.org/officeDocument/2006/relationships/slide" Target="/ppt/slides/slide7.xml" Id="R5ce67887eac3461d" /><Relationship Type="http://schemas.openxmlformats.org/officeDocument/2006/relationships/slide" Target="/ppt/slides/slide8.xml" Id="R4670036c0008434f" /><Relationship Type="http://schemas.openxmlformats.org/officeDocument/2006/relationships/slide" Target="/ppt/slides/slide9.xml" Id="R6017808e0ba6499e" /><Relationship Type="http://schemas.openxmlformats.org/officeDocument/2006/relationships/slide" Target="/ppt/slides/slide10.xml" Id="R754352b53fae4c50" /><Relationship Type="http://schemas.openxmlformats.org/officeDocument/2006/relationships/slide" Target="/ppt/slides/slide11.xml" Id="R06612b88d68440c9" /><Relationship Type="http://schemas.openxmlformats.org/officeDocument/2006/relationships/slide" Target="/ppt/slides/slide12.xml" Id="Rf0afc217ca364979" /><Relationship Type="http://schemas.openxmlformats.org/officeDocument/2006/relationships/slide" Target="/ppt/slides/slide13.xml" Id="R0554bb7c40754d69" /><Relationship Type="http://schemas.openxmlformats.org/officeDocument/2006/relationships/slide" Target="/ppt/slides/slide14.xml" Id="R24cfba1dbd45491d" /><Relationship Type="http://schemas.openxmlformats.org/officeDocument/2006/relationships/slide" Target="/ppt/slides/slide15.xml" Id="Rbd82024fcbbb41ea" /><Relationship Type="http://schemas.openxmlformats.org/officeDocument/2006/relationships/slide" Target="/ppt/slides/slide16.xml" Id="Ra235f18e4f4a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0959f63b34f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0b3c6e9b04155" /><Relationship Type="http://schemas.openxmlformats.org/officeDocument/2006/relationships/notesMaster" Target="/ppt/notesMasters/notesMaster1.xml" Id="R3a6899b9366c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406bafd2d4d41" /><Relationship Type="http://schemas.openxmlformats.org/officeDocument/2006/relationships/notesMaster" Target="/ppt/notesMasters/notesMaster1.xml" Id="R001e925c89a2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a945cc1134bf1" /><Relationship Type="http://schemas.openxmlformats.org/officeDocument/2006/relationships/notesMaster" Target="/ppt/notesMasters/notesMaster1.xml" Id="Rb15e3c581280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0ecc2b59334e44" /><Relationship Type="http://schemas.openxmlformats.org/officeDocument/2006/relationships/notesMaster" Target="/ppt/notesMasters/notesMaster1.xml" Id="R088a70f69f4d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6acb509fff4aa3" /><Relationship Type="http://schemas.openxmlformats.org/officeDocument/2006/relationships/notesMaster" Target="/ppt/notesMasters/notesMaster1.xml" Id="R86274572a9dc42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9969a7106456e" /><Relationship Type="http://schemas.openxmlformats.org/officeDocument/2006/relationships/notesMaster" Target="/ppt/notesMasters/notesMaster1.xml" Id="R457e51414a334c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514a9d08e4e64" /><Relationship Type="http://schemas.openxmlformats.org/officeDocument/2006/relationships/notesMaster" Target="/ppt/notesMasters/notesMaster1.xml" Id="R49210a7fb986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d745f45a7e4b81" /><Relationship Type="http://schemas.openxmlformats.org/officeDocument/2006/relationships/notesMaster" Target="/ppt/notesMasters/notesMaster1.xml" Id="R2d0fce6c976540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c5833c157e41a8" /><Relationship Type="http://schemas.openxmlformats.org/officeDocument/2006/relationships/notesMaster" Target="/ppt/notesMasters/notesMaster1.xml" Id="R1ce93f7da54041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deebe76b94100" /><Relationship Type="http://schemas.openxmlformats.org/officeDocument/2006/relationships/notesMaster" Target="/ppt/notesMasters/notesMaster1.xml" Id="Ra91254a674e9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987f5fc2374c96" /><Relationship Type="http://schemas.openxmlformats.org/officeDocument/2006/relationships/notesMaster" Target="/ppt/notesMasters/notesMaster1.xml" Id="Rf3ddb9888f2c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d5c7c2108d4573" /><Relationship Type="http://schemas.openxmlformats.org/officeDocument/2006/relationships/notesMaster" Target="/ppt/notesMasters/notesMaster1.xml" Id="R082628cc797141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21bfcd085b45c3" /><Relationship Type="http://schemas.openxmlformats.org/officeDocument/2006/relationships/notesMaster" Target="/ppt/notesMasters/notesMaster1.xml" Id="Rfd6488fe0c2e4b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8fdcc4a6174968" /><Relationship Type="http://schemas.openxmlformats.org/officeDocument/2006/relationships/notesMaster" Target="/ppt/notesMasters/notesMaster1.xml" Id="R373429cffe2a40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e9fa15d23243ef" /><Relationship Type="http://schemas.openxmlformats.org/officeDocument/2006/relationships/notesMaster" Target="/ppt/notesMasters/notesMaster1.xml" Id="R2ec888e4d0d54f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b5ece9f75448aa" /><Relationship Type="http://schemas.openxmlformats.org/officeDocument/2006/relationships/notesMaster" Target="/ppt/notesMasters/notesMaster1.xml" Id="R36e69b69c39f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204 runs is the team plan, not a number mandated by the assignment. All sampled bug IDs are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Owner changed the round-one AI comparison. Instructor approval is not assumed. Historical Auto Router outputs are reused only when resolved allowed-family labels and provenance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scripts/study/generate.py; docs/study-protocol.md; Hansen tutorial https://arxiv.org/abs/1604.00772; Chen et al. https://doi.org/10.1007/978-3-540-30502-6_23. Coverage is measured afterward, not used as CMA-ES fitness.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Policies: results/study/kku-only-20261001/processing-policy-v30..v37.json. No assertion values selected from buggy outcomes. Compile rate describes final primary records, not all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Example records: results/study/kku-only-20261001/{claude,gemini}/Jsoup/intellisphere-s101-b30/evaluation/record.json. Demo guide: presentation/demo-guide-kku-only.md.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Commands and walkthrough: docs/KKU_ONLY_CONTINUATION.md and presentation/demo-guide-kku-only.md. Old aggregate.py commands describe the original study, not this new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07dcba8ba41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e34e8256e43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72f84b94440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37e6b974648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e2138398d42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7796499ac4a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FEE330-3CA1-4C49-8C65-7BED26EA8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E64C96-7815-4F84-A3AC-FDC577EE6C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09237E-890E-4B96-A258-022B96DC9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385B4A-8D24-4152-BB8B-BABFA7502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CB1458-1201-49BC-9658-7FEB43226A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FE8B89-F6F1-474E-975B-5CAF1C704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A37B58-9AD2-4B8C-ACE2-75F997CA15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E825BF-8097-4DC0-892F-EA73CB185B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D99CC-9887-4B25-8ECB-CBA4BE7A0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CB2027-4E57-4C76-BFEB-3306DD855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6a36ae4814fd4" /><Relationship Type="http://schemas.openxmlformats.org/officeDocument/2006/relationships/slideLayout" Target="/ppt/slideLayouts/slideLayout1.xml" Id="R65a6781b946d4d77" /><Relationship Type="http://schemas.openxmlformats.org/officeDocument/2006/relationships/slideLayout" Target="/ppt/slideLayouts/slideLayout2.xml" Id="R26004a2fc23a45d6" /><Relationship Type="http://schemas.openxmlformats.org/officeDocument/2006/relationships/slideLayout" Target="/ppt/slideLayouts/slideLayout3.xml" Id="R1ea9d1798cd14b54" /><Relationship Type="http://schemas.openxmlformats.org/officeDocument/2006/relationships/slideLayout" Target="/ppt/slideLayouts/slideLayout4.xml" Id="R09dad120973d4d62" /><Relationship Type="http://schemas.openxmlformats.org/officeDocument/2006/relationships/slideLayout" Target="/ppt/slideLayouts/slideLayout5.xml" Id="R556a62e8c5fe48e5" /><Relationship Type="http://schemas.openxmlformats.org/officeDocument/2006/relationships/slideLayout" Target="/ppt/slideLayouts/slideLayout6.xml" Id="Rea0bbdc5a13a40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6781b946d4d77"/>
    <p:sldLayoutId xmlns:r="http://schemas.openxmlformats.org/officeDocument/2006/relationships" id="2147483650" r:id="R26004a2fc23a45d6"/>
    <p:sldLayoutId xmlns:r="http://schemas.openxmlformats.org/officeDocument/2006/relationships" id="2147483651" r:id="R1ea9d1798cd14b54"/>
    <p:sldLayoutId xmlns:r="http://schemas.openxmlformats.org/officeDocument/2006/relationships" id="2147483652" r:id="R09dad120973d4d62"/>
    <p:sldLayoutId xmlns:r="http://schemas.openxmlformats.org/officeDocument/2006/relationships" id="2147483653" r:id="R556a62e8c5fe48e5"/>
    <p:sldLayoutId xmlns:r="http://schemas.openxmlformats.org/officeDocument/2006/relationships" id="2147483654" r:id="Rea0bbdc5a13a40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03361cde94d27" /><Relationship Type="http://schemas.openxmlformats.org/officeDocument/2006/relationships/notesSlide" Target="/ppt/notesSlides/notesSlide1.xml" Id="R63dd4f5f7e9b44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aef7903294567" /><Relationship Type="http://schemas.openxmlformats.org/officeDocument/2006/relationships/notesSlide" Target="/ppt/notesSlides/notesSlide2.xml" Id="R01912a4c601d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4cdf471494b97" /><Relationship Type="http://schemas.openxmlformats.org/officeDocument/2006/relationships/notesSlide" Target="/ppt/notesSlides/notesSlide3.xml" Id="R0ca10bba552944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25462ecd54081" /><Relationship Type="http://schemas.openxmlformats.org/officeDocument/2006/relationships/notesSlide" Target="/ppt/notesSlides/notesSlide4.xml" Id="R12a98f881789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53bcadd754f46" /><Relationship Type="http://schemas.openxmlformats.org/officeDocument/2006/relationships/notesSlide" Target="/ppt/notesSlides/notesSlide5.xml" Id="R7d2804439e9246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9caafd43a413e" /><Relationship Type="http://schemas.openxmlformats.org/officeDocument/2006/relationships/notesSlide" Target="/ppt/notesSlides/notesSlide6.xml" Id="Re598a55139a149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bbda45c9145df" /><Relationship Type="http://schemas.openxmlformats.org/officeDocument/2006/relationships/chart" Target="/ppt/slides/charts/chart1.xml" Id="R66047f6d8de34952" /><Relationship Type="http://schemas.openxmlformats.org/officeDocument/2006/relationships/notesSlide" Target="/ppt/notesSlides/notesSlide7.xml" Id="R07bd9448192a4a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33412fc8c431f" /><Relationship Type="http://schemas.openxmlformats.org/officeDocument/2006/relationships/notesSlide" Target="/ppt/notesSlides/notesSlide8.xml" Id="R5a91cb5900fb41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fc8badd59486f" /><Relationship Type="http://schemas.openxmlformats.org/officeDocument/2006/relationships/notesSlide" Target="/ppt/notesSlides/notesSlide9.xml" Id="R38b17c1a957d4f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b02f3886d4a8c" /><Relationship Type="http://schemas.openxmlformats.org/officeDocument/2006/relationships/notesSlide" Target="/ppt/notesSlides/notesSlide10.xml" Id="Re5b7d161b2f144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b756aef214ccb" /><Relationship Type="http://schemas.openxmlformats.org/officeDocument/2006/relationships/notesSlide" Target="/ppt/notesSlides/notesSlide11.xml" Id="Raad7ea9ea4e140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3bae97b63446c" /><Relationship Type="http://schemas.openxmlformats.org/officeDocument/2006/relationships/notesSlide" Target="/ppt/notesSlides/notesSlide12.xml" Id="R57f6cf1b99bd49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e1d4481e146e8" /><Relationship Type="http://schemas.openxmlformats.org/officeDocument/2006/relationships/notesSlide" Target="/ppt/notesSlides/notesSlide13.xml" Id="R4634a492bae842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df0733b8048e2" /><Relationship Type="http://schemas.openxmlformats.org/officeDocument/2006/relationships/notesSlide" Target="/ppt/notesSlides/notesSlide14.xml" Id="R1400c94c213841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493e5359b4a2f" /><Relationship Type="http://schemas.openxmlformats.org/officeDocument/2006/relationships/notesSlide" Target="/ppt/notesSlides/notesSlide15.xml" Id="Rb5490459ee5643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1827202664680" /><Relationship Type="http://schemas.openxmlformats.org/officeDocument/2006/relationships/notesSlide" Target="/ppt/notesSlides/notesSlide16.xml" Id="Refc414d0d05a49c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macro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67.86</c:v>
                </c:pt>
                <c:pt idx="3">
                  <c:v>75.28</c:v>
                </c:pt>
              </c:numCache>
            </c:numRef>
          </c:val>
        </c:ser>
        <c:ser>
          <c:idx val="1"/>
          <c:order val="1"/>
          <c:tx>
            <c:v>Condition macro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65.78</c:v>
                </c:pt>
                <c:pt idx="3">
                  <c:v>66.45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CCBA3-E750-42CF-8C8E-31DF788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 รอบที่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7496B-241C-430F-B522-05E4060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เทียบกับ Claude และ Gemini 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A36F0-ABF3-4439-BFA8-93C0A04F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 / กลุ่ม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9DEE-612A-407E-83A5-2162295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สำเร็จ 136/204 รอบตามแผนทีม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BE4A-A4AA-4C6F-8BA7-70F2F4B1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ผลทดลองยังไม่ครบ และยังไม่ใช่หลักฐานการส่งงาน</a:t>
            </a:r>
          </a:p>
        </p:txBody>
      </p:sp>
    </p:spTree>
    <p:extLst>
      <p:ext uri="{BB962C8B-B14F-4D97-AF65-F5344CB8AC3E}">
        <p14:creationId xmlns:p14="http://schemas.microsoft.com/office/powerpoint/2010/main" val="1475607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673C0-D586-4544-90CB-D8844FB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AA7A-5912-474D-BF81-1BEF3346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Java projects ใน Defects4J 3.0.1 / หนึ่ง active bug ต่อ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A3E70-5C71-4AE0-B11D-5D54A611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run indices: 101, 102, 103 / สูงสุด 30 test methods ต่อ AI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416F5-77D9-4B17-8419-DB8BDB05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อัลกอริทึมเสนอ 30 input vectors ต่อ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E97C-892D-46DB-A68E-675ACAC3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เฉพาะ classes ที่แก้ไขใน bug ที่เลือก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439873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5BE3B-D888-44C2-BF5B-9E1BECD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ข้อกำหนด AI 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682A9-E4F5-4CBB-9E83-E04F029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ส่ง exact original prompt ผ่าน gen.ai.kku.ac.th/chat เท่านั้น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AFBA-99DB-46EA-81C3-00E9B123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คำตอบใหม่เลือก Claude หรือ Gemini agent 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3484E-C9DD-451F-8697-4512B9C1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ผลเดิมใช้เฉพาะ audited KKU Claude/Gemini และแยก model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E7108-C268-43BF-BC76-AC27CBF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Claude-direct และโมเดลตระกูลอื่นไม่รวมในผลหลัก</a:t>
            </a:r>
          </a:p>
        </p:txBody>
      </p:sp>
    </p:spTree>
    <p:extLst>
      <p:ext uri="{BB962C8B-B14F-4D97-AF65-F5344CB8AC3E}">
        <p14:creationId xmlns:p14="http://schemas.microsoft.com/office/powerpoint/2010/main" val="220659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9AE3D-D78E-4939-A54D-C5F44FE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อัลกอริทึมและ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F3E34-220C-4A1B-BA64-0035160A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 candidate ที่ห่างจาก input ก่อนหน้ามากที่สุด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73072-F6DD-40B4-B52E-7E76F85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 distribution เพื่อเพิ่ม fixed-output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760B0-2828-4F77-B683-F35FA718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Reflection fixtures มีขอบเขตจำกัด รวมสมาชิก non-public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72B3D-2CE9-4AF9-AAAE-C12AF6CA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สังเกต fixed ซ้ำก่อนสร้าง assertions และเก็บ unstable cases</a:t>
            </a:r>
          </a:p>
        </p:txBody>
      </p:sp>
    </p:spTree>
    <p:extLst>
      <p:ext uri="{BB962C8B-B14F-4D97-AF65-F5344CB8AC3E}">
        <p14:creationId xmlns:p14="http://schemas.microsoft.com/office/powerpoint/2010/main" val="1462676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0F3EC-E76F-4D3E-9430-B9CEDC9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หลักฐานที่ต้องผ่านก่อนนับ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FA5F2-3E3A-473B-8662-668C75A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JUnit suite ผ่าน fixed ครั้งที่ 1 และครั้งที่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A68C3-E674-4228-A6BA-1837C7D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buggy เพื่อแยก assertion failure จาก harness/timeout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52F10-9B0A-4F4D-8EBF-49B1F3B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fixed coverage, logs, suite archives และ processing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C47D9-3F8B-47BB-AB29-0AB2CCE5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Audit ต้องผ่านและ record SHA ตรงกับ manifest</a:t>
            </a:r>
          </a:p>
        </p:txBody>
      </p:sp>
    </p:spTree>
    <p:extLst>
      <p:ext uri="{BB962C8B-B14F-4D97-AF65-F5344CB8AC3E}">
        <p14:creationId xmlns:p14="http://schemas.microsoft.com/office/powerpoint/2010/main" val="1382732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50F23-47BF-4BFD-8444-1E7D7A4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ผลที่สำเร็จและ test methods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18907-C680-4EE7-B024-53B817AC5D67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571750"/>
                <a:gridCol w="25527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Runs / 51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Projects / 17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Methods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564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A54C3-8DD6-4CA3-BEF2-EC6FEBF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Methods รวมสถานการณ์ที่อาจซ้ำข้ามรอบ ไม่ใช่ unique scenarios</a:t>
            </a:r>
          </a:p>
        </p:txBody>
      </p:sp>
    </p:spTree>
    <p:extLst>
      <p:ext uri="{BB962C8B-B14F-4D97-AF65-F5344CB8AC3E}">
        <p14:creationId xmlns:p14="http://schemas.microsoft.com/office/powerpoint/2010/main" val="525595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68047-E7AA-45FC-A9A5-B279A81B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RQ1: Coverage ของ successful subsets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D844DAE-17EE-431D-AD05-4C77A880004D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047f6d8de3495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59DA0-BF0E-417E-ABA0-F3B9D9C1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/ ตัวหารต่างกัน / ใช้จัดอันดับทั่วไปไม่ได้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060410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ED3B3-8335-493D-8846-C7FD398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RQ2: Fault detection พร้อมตัวหาร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0BC70-A29A-479D-BC6F-C5CA338F804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4574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bugs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Bug rate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3/5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3/5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60.0%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14/29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52.9%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9B373-A2FE-4F63-AF60-EB49837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นับ bug เดียวครั้งเดียว แม้หลาย methods/runs ตรวจพบซ้ำ</a:t>
            </a:r>
          </a:p>
        </p:txBody>
      </p:sp>
    </p:spTree>
    <p:extLst>
      <p:ext uri="{BB962C8B-B14F-4D97-AF65-F5344CB8AC3E}">
        <p14:creationId xmlns:p14="http://schemas.microsoft.com/office/powerpoint/2010/main" val="888218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8C829-B83C-470D-8335-C4519A5B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กลุ่มที่ครบสี่วิธี: 4 กลุ่ม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D9486-9937-4DC1-A9F9-0161CF67A549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38250"/>
                <a:gridCol w="314325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Line macro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27.1%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27.5%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0/4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74.0%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2/4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13376-FF23-4B50-937F-217D82CC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Chart/s101, Collections/s101, Csv/s101, Jsoup/s101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A7BF-265D-4B7E-8256-A090F54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กลุ่มน้อยและเลือกจากชุดที่ผ่านทั้งหมด ยังมี selection bias</a:t>
            </a:r>
          </a:p>
        </p:txBody>
      </p:sp>
    </p:spTree>
    <p:extLst>
      <p:ext uri="{BB962C8B-B14F-4D97-AF65-F5344CB8AC3E}">
        <p14:creationId xmlns:p14="http://schemas.microsoft.com/office/powerpoint/2010/main" val="1566636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730A1-8F1F-44BB-A837-B0C24BA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RQ3: เวลาและ compilation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25D0C-395D-4DC2-9E49-D7C474C133B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ผ่าน/วัด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Eval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Gen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54.42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13.61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45.66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165.00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29/29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36.25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105.70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567CA-F74E-4296-8D73-0D2D074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 generation = เวลา UI ที่สังเกต / ไม่ใช่ model compute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C5705-F9B0-4EF5-ADAE-9921D89F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ต่างเครื่อง, caches และ build overhead มีผลต่อเวลา</a:t>
            </a:r>
          </a:p>
        </p:txBody>
      </p:sp>
    </p:spTree>
    <p:extLst>
      <p:ext uri="{BB962C8B-B14F-4D97-AF65-F5344CB8AC3E}">
        <p14:creationId xmlns:p14="http://schemas.microsoft.com/office/powerpoint/2010/main" val="44005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30B0D-4FFE-4D64-BEE2-55920CE2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 AI ผ่าน local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A32CF-F739-4584-8A50-BA906A8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raw response โดยไม่แก้ไข และเก็บ failed attempts ทุกครั้ง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2AD4-47A7-4D36-A4D3-EEC4AE7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Cap ตาม source order และ fixed-only pruning สูงสุดสองรอบ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258C0-5EAD-485D-BD63-3DB1B3E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v30–v37 กู้ prefixes และแก้ fixed API compatibility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4F3D0-B021-449A-B956-F73583C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ใช้คำว่า AI-assisted with local processing 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357506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4312D-DF12-4868-960A-9A344973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ตัวอย่างจริง: Jsoup รอบ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9E343-95A5-4435-9CFD-798D82B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30 methods / fixed ผ่านซ้ำ / พบ assertion failure บน buggy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E89F3-1C74-4F79-9263-06230E6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Gemini: 16 methods / fixed ผ่านซ้ำ / ไม่ตรวจพบ sampled bug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4858A-066B-405B-92B0-8737BCE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source ของ normalise และ failing_tests เพื่ออธิบายพฤติกรรม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5C61E-1134-472A-85BD-DA8C602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Coverage สูงต้องพิจารณาร่วมกับ assertions และ fault outcomes</a:t>
            </a:r>
          </a:p>
        </p:txBody>
      </p:sp>
    </p:spTree>
    <p:extLst>
      <p:ext uri="{BB962C8B-B14F-4D97-AF65-F5344CB8AC3E}">
        <p14:creationId xmlns:p14="http://schemas.microsoft.com/office/powerpoint/2010/main" val="349717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41A21-1434-47C4-AF95-5B8B38C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ข้อจำกัดบริการและผลที่ยังขาด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E3A5-6141-42E9-B1A6-9CF91CF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 ใน KKU แสดง daily usage 100% ระหว่าง Compress/101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5560B-8BB7-46AC-A190-1B7FAB9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Server busy, final output ว่าง และ Java ถูกตัดท้าย เก็บตามจริง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B91AE-6687-4669-8AFD-D3DC862C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 completed 68 รอบ / ดู pending-runs.csv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0BC30-569C-43BB-A56F-3772CACD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Missing/failed metrics เป็น null / ไม่อ้างว่าครบแผน</a:t>
            </a:r>
          </a:p>
        </p:txBody>
      </p:sp>
    </p:spTree>
    <p:extLst>
      <p:ext uri="{BB962C8B-B14F-4D97-AF65-F5344CB8AC3E}">
        <p14:creationId xmlns:p14="http://schemas.microsoft.com/office/powerpoint/2010/main" val="516259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16B94-B0A2-496E-90CC-9E3CA5DC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ข้อจำกัดการเปรียบเทียบ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1F09F-A9A5-4CD5-AD9D-E3B3B38B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หนึ่ง bug ต่อ project / successful subsets และ model versions ต่างกัน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2594F-FC27-4F56-887D-953FE43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Fixture/reflection/oracle จำกัด object graphs และ stateful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C33EC-CAB0-4FBD-8007-21D317B5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algorithm inputs และ 30 AI methods ใช้ effort ต่างกัน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DC651-77FD-461F-84C4-F3E7061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ยังสรุปผู้ชนะทั่วไปหรือ causal speed advantage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935473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B13B4-C48E-47BF-82C5-56E7018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FEDA8-FB9B-47F4-8D18-28218F94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manifest แล้วตรวจ path และ SHA ของ record ที่เลือก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53DA4-C74B-41E8-87A1-088C5AE5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ดู generated source เทียบ fixed/buggy logs และ coverage.xml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8C08F-6BA1-416D-982A-B334FDC5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status และ audits ก่อนสร้าง analysis/report 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99990-7090-4B79-870C-E4B773B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ตรวจ delivery-status.json ก่อนอ้างว่า GitHub/Classroom ส่งแล้ว</a:t>
            </a:r>
          </a:p>
        </p:txBody>
      </p:sp>
    </p:spTree>
    <p:extLst>
      <p:ext uri="{BB962C8B-B14F-4D97-AF65-F5344CB8AC3E}">
        <p14:creationId xmlns:p14="http://schemas.microsoft.com/office/powerpoint/2010/main" val="927844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51EE6-7726-4F95-A19C-48F7AE83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D6A92-E015-4918-925A-FE103E88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0CFE7-D019-41A2-9EF8-54FEE6A7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AA61B-FF81-488F-B9B6-20E6802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592EE-1A12-41EB-9DB8-31411F2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156441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2026-10-01T09:45:19.0360000Z</dcterms:created>
  <dcterms:modified xsi:type="dcterms:W3CDTF">2026-10-01T09:45:19.0360000Z</dcterms:modified>
</coreProperties>
</file>