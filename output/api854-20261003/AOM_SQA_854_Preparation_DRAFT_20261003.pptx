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606daa691c430b" /><Relationship Type="http://schemas.openxmlformats.org/officeDocument/2006/relationships/extended-properties" Target="/docProps/app.xml" Id="R6498c53e7a0b4748" /><Relationship Type="http://schemas.openxmlformats.org/officeDocument/2006/relationships/officeDocument" Target="/ppt/presentation.xml" Id="R70397db3942b4a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fbeea542334625"/>
  </p:sldMasterIdLst>
  <p:notesMasterIdLst>
    <p:notesMasterId xmlns:r="http://schemas.openxmlformats.org/officeDocument/2006/relationships" r:id="Rea6cf369159d48dd"/>
  </p:notesMasterIdLst>
  <p:sldIdLst>
    <p:sldId xmlns:r="http://schemas.openxmlformats.org/officeDocument/2006/relationships" id="256" r:id="R5855f86f2cfe489a"/>
    <p:sldId xmlns:r="http://schemas.openxmlformats.org/officeDocument/2006/relationships" id="257" r:id="R9993236122164215"/>
    <p:sldId xmlns:r="http://schemas.openxmlformats.org/officeDocument/2006/relationships" id="258" r:id="Rc410f0dbfcb842b4"/>
    <p:sldId xmlns:r="http://schemas.openxmlformats.org/officeDocument/2006/relationships" id="259" r:id="Rbeac6190847d40b6"/>
    <p:sldId xmlns:r="http://schemas.openxmlformats.org/officeDocument/2006/relationships" id="260" r:id="R2992e9ded2f6445e"/>
    <p:sldId xmlns:r="http://schemas.openxmlformats.org/officeDocument/2006/relationships" id="261" r:id="Rec2bdc73a4914e9a"/>
    <p:sldId xmlns:r="http://schemas.openxmlformats.org/officeDocument/2006/relationships" id="262" r:id="Re20fcb87bf014b8f"/>
    <p:sldId xmlns:r="http://schemas.openxmlformats.org/officeDocument/2006/relationships" id="263" r:id="R7f9f054e8db24cb2"/>
    <p:sldId xmlns:r="http://schemas.openxmlformats.org/officeDocument/2006/relationships" id="264" r:id="R63d582e0cb5749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d4782af1d4422" /><Relationship Type="http://schemas.openxmlformats.org/officeDocument/2006/relationships/slideMaster" Target="/ppt/slideMasters/slideMaster1.xml" Id="Rb3fbeea542334625" /><Relationship Type="http://schemas.openxmlformats.org/officeDocument/2006/relationships/notesMaster" Target="/ppt/notesMasters/notesMaster1.xml" Id="Rea6cf369159d48dd" /><Relationship Type="http://schemas.openxmlformats.org/officeDocument/2006/relationships/presProps" Target="/ppt/presProps.xml" Id="Re38ac35ba8004ad3" /><Relationship Type="http://schemas.openxmlformats.org/officeDocument/2006/relationships/tableStyles" Target="/ppt/tableStyles.xml" Id="Re812dcb6e2d04696" /><Relationship Type="http://schemas.openxmlformats.org/officeDocument/2006/relationships/slide" Target="/ppt/slides/slide1.xml" Id="R5855f86f2cfe489a" /><Relationship Type="http://schemas.openxmlformats.org/officeDocument/2006/relationships/slide" Target="/ppt/slides/slide2.xml" Id="R9993236122164215" /><Relationship Type="http://schemas.openxmlformats.org/officeDocument/2006/relationships/slide" Target="/ppt/slides/slide3.xml" Id="Rc410f0dbfcb842b4" /><Relationship Type="http://schemas.openxmlformats.org/officeDocument/2006/relationships/slide" Target="/ppt/slides/slide4.xml" Id="Rbeac6190847d40b6" /><Relationship Type="http://schemas.openxmlformats.org/officeDocument/2006/relationships/slide" Target="/ppt/slides/slide5.xml" Id="R2992e9ded2f6445e" /><Relationship Type="http://schemas.openxmlformats.org/officeDocument/2006/relationships/slide" Target="/ppt/slides/slide6.xml" Id="Rec2bdc73a4914e9a" /><Relationship Type="http://schemas.openxmlformats.org/officeDocument/2006/relationships/slide" Target="/ppt/slides/slide7.xml" Id="Re20fcb87bf014b8f" /><Relationship Type="http://schemas.openxmlformats.org/officeDocument/2006/relationships/slide" Target="/ppt/slides/slide8.xml" Id="R7f9f054e8db24cb2" /><Relationship Type="http://schemas.openxmlformats.org/officeDocument/2006/relationships/slide" Target="/ppt/slides/slide9.xml" Id="R63d582e0cb57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2030174617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6b2a4792ac4fd2" /><Relationship Type="http://schemas.openxmlformats.org/officeDocument/2006/relationships/notesMaster" Target="/ppt/notesMasters/notesMaster1.xml" Id="Rac8996d67e01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58a6313b0141b7" /><Relationship Type="http://schemas.openxmlformats.org/officeDocument/2006/relationships/notesMaster" Target="/ppt/notesMasters/notesMaster1.xml" Id="R9096b7bda844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69efcef7714b83" /><Relationship Type="http://schemas.openxmlformats.org/officeDocument/2006/relationships/notesMaster" Target="/ppt/notesMasters/notesMaster1.xml" Id="R7de09fda511c40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6bcb496ea47ac" /><Relationship Type="http://schemas.openxmlformats.org/officeDocument/2006/relationships/notesMaster" Target="/ppt/notesMasters/notesMaster1.xml" Id="Rb03cd6b57b944a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10ce3ae3b64450" /><Relationship Type="http://schemas.openxmlformats.org/officeDocument/2006/relationships/notesMaster" Target="/ppt/notesMasters/notesMaster1.xml" Id="Rfe06a1849549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27917f07aa4fa1" /><Relationship Type="http://schemas.openxmlformats.org/officeDocument/2006/relationships/notesMaster" Target="/ppt/notesMasters/notesMaster1.xml" Id="Raac85cc79a1e43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24816cfcab40b2" /><Relationship Type="http://schemas.openxmlformats.org/officeDocument/2006/relationships/notesMaster" Target="/ppt/notesMasters/notesMaster1.xml" Id="R11f494c7d3134a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a056a671349bb" /><Relationship Type="http://schemas.openxmlformats.org/officeDocument/2006/relationships/notesMaster" Target="/ppt/notesMasters/notesMaster1.xml" Id="R9b6ae88a585440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a99babefa046eb" /><Relationship Type="http://schemas.openxmlformats.org/officeDocument/2006/relationships/notesMaster" Target="/ppt/notesMasters/notesMaster1.xml" Id="Rbd604b0fac39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docs/api854/REPORT_854_DRAFT_TH.md; docs/api854/AOM_CONTINUATION_V5_TH.md; experiments/configs/api854-20261003/ownership.json; output/api854-20261003/aom-installed-current.json. Planned models only; observed API conditions are pending. This draft presents preparation evidence. Primary completion remains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docs/api854/REPORT_854_DRAFT_TH.md; docs/api854/AOM_CONTINUATION_V5_TH.md; experiments/configs/api854-20261003/ownership.json; output/api854-20261003/aom-installed-current.json. Planned models only; observed API conditions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docs/api854/REPORT_854_DRAFT_TH.md; docs/api854/AOM_CONTINUATION_V5_TH.md; experiments/configs/api854-20261003/ownership.json; output/api854-20261003/aom-installed-current.json. Planned models only; observed API conditions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docs/api854/REPORT_854_DRAFT_TH.md; docs/api854/AOM_CONTINUATION_V5_TH.md; experiments/configs/api854-20261003/ownership.json; output/api854-20261003/aom-installed-current.json. Planned models only; observed API conditions are pending. Primary protocol still requires team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C:\WORK\SQA_PROJECT\Project_SQA\output\api854-20261003\aom-owner-sources-final\index.json; docs/api854/AOM_INDEPENDENT_PREPARATION_TH.md. Counts are source/build prerequisites only, not primary experiment results. Snapshot: 2026-10-03T03:22:05.283403+00:00.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output/api854-20261003/aom-owner-progress-final.png. Local dashboard reads prerequisite records only. Snapshot: 2026-10-03T03:22:05.283403+00:00.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output/api854-20261003/aom-recovery-preparation-v3.json; output/api854-20261003/aom-recovery-public-evidence-v3/evidence.json. Isolated offline dummy artifacts, 4 unique jobs, 2 attempts, subprocess exit 17, manually injected lease expiry, no real KKU requests or live queue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docs/api854/REPORT_854_DRAFT_TH.md; docs/api854/AOM_CONTINUATION_V5_TH.md; experiments/configs/api854-20261003/ownership.json; output/api854-20261003/aom-installed-current.json. Planned models only; observed API conditions are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docs/api854/REPORT_854_DRAFT_TH.md; docs/api854/AOM_CONTINUATION_V5_TH.md; experiments/configs/api854-20261003/ownership.json; output/api854-20261003/aom-installed-current.json. Planned models only; observed API conditions are pending. No primary measurements exist in this preparation. Missing values are unknown, not zero. Fault efficiency definition/denominator requires team agreement before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c355cb2184b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44c6fe78c49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49b552fdc43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13562449d45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8a6b23df947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8785a7b5648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D1EBCD-354A-424C-8400-2247F29493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E6D1AC-0A43-4FB4-936C-05CF30FB34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326805-D7A8-4372-B053-8CDB7D33A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C17CBC-DC6D-4DD7-B10B-66E46F13D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540740-36BA-4851-9D6A-167D24AAD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603F8C-43A0-4DA5-A275-08C39F04F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47635-A2C8-4685-A8B1-97841122C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74D9F4-A1DB-45C4-9717-6EE5AF0965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5E84ED-6D7E-4D8E-BCDF-B3B56F6263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CA02A0-3A6D-4EBF-B2CE-56E8379C5B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33a03d3003407e" /><Relationship Type="http://schemas.openxmlformats.org/officeDocument/2006/relationships/slideLayout" Target="/ppt/slideLayouts/slideLayout1.xml" Id="R748f7776aee14b29" /><Relationship Type="http://schemas.openxmlformats.org/officeDocument/2006/relationships/slideLayout" Target="/ppt/slideLayouts/slideLayout2.xml" Id="R7cf901a0027645c5" /><Relationship Type="http://schemas.openxmlformats.org/officeDocument/2006/relationships/slideLayout" Target="/ppt/slideLayouts/slideLayout3.xml" Id="Ra583b2012ac04746" /><Relationship Type="http://schemas.openxmlformats.org/officeDocument/2006/relationships/slideLayout" Target="/ppt/slideLayouts/slideLayout4.xml" Id="Rc7bc27c8e43445c3" /><Relationship Type="http://schemas.openxmlformats.org/officeDocument/2006/relationships/slideLayout" Target="/ppt/slideLayouts/slideLayout5.xml" Id="Rd31ebdf3913943c9" /><Relationship Type="http://schemas.openxmlformats.org/officeDocument/2006/relationships/slideLayout" Target="/ppt/slideLayouts/slideLayout6.xml" Id="R5a99b32a5a5448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8f7776aee14b29"/>
    <p:sldLayoutId xmlns:r="http://schemas.openxmlformats.org/officeDocument/2006/relationships" id="2147483650" r:id="R7cf901a0027645c5"/>
    <p:sldLayoutId xmlns:r="http://schemas.openxmlformats.org/officeDocument/2006/relationships" id="2147483651" r:id="Ra583b2012ac04746"/>
    <p:sldLayoutId xmlns:r="http://schemas.openxmlformats.org/officeDocument/2006/relationships" id="2147483652" r:id="Rc7bc27c8e43445c3"/>
    <p:sldLayoutId xmlns:r="http://schemas.openxmlformats.org/officeDocument/2006/relationships" id="2147483653" r:id="Rd31ebdf3913943c9"/>
    <p:sldLayoutId xmlns:r="http://schemas.openxmlformats.org/officeDocument/2006/relationships" id="2147483654" r:id="R5a99b32a5a5448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ae10329bd456e" /><Relationship Type="http://schemas.openxmlformats.org/officeDocument/2006/relationships/notesSlide" Target="/ppt/notesSlides/notesSlide1.xml" Id="Ra5b0f7942bac4f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f69daf28b4f53" /><Relationship Type="http://schemas.openxmlformats.org/officeDocument/2006/relationships/notesSlide" Target="/ppt/notesSlides/notesSlide2.xml" Id="Rec2496b9a7bf4b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f3224531b425b" /><Relationship Type="http://schemas.openxmlformats.org/officeDocument/2006/relationships/notesSlide" Target="/ppt/notesSlides/notesSlide3.xml" Id="Rad057c3229d6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028f252a74728" /><Relationship Type="http://schemas.openxmlformats.org/officeDocument/2006/relationships/notesSlide" Target="/ppt/notesSlides/notesSlide4.xml" Id="Raf31e3219d004b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668d2ba974acb" /><Relationship Type="http://schemas.openxmlformats.org/officeDocument/2006/relationships/notesSlide" Target="/ppt/notesSlides/notesSlide5.xml" Id="R44722c94c7de44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f1bc40d434c70" /><Relationship Type="http://schemas.openxmlformats.org/officeDocument/2006/relationships/image" Target="/ppt/media/image.jpeg" Id="R6747daf53521402a" /><Relationship Type="http://schemas.openxmlformats.org/officeDocument/2006/relationships/notesSlide" Target="/ppt/notesSlides/notesSlide6.xml" Id="Rf933ea30da3143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8aba9e4734890" /><Relationship Type="http://schemas.openxmlformats.org/officeDocument/2006/relationships/notesSlide" Target="/ppt/notesSlides/notesSlide7.xml" Id="Reb456e7e476e43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a002a99334924" /><Relationship Type="http://schemas.openxmlformats.org/officeDocument/2006/relationships/notesSlide" Target="/ppt/notesSlides/notesSlide8.xml" Id="R81e3528c5f9a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4e64dd3dc4758" /><Relationship Type="http://schemas.openxmlformats.org/officeDocument/2006/relationships/notesSlide" Target="/ppt/notesSlides/notesSlide9.xml" Id="R5dab3659f02d4c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638D2-EC60-4B1B-AC7D-D6360C1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การสร้างเทส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บน Defects4J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DF48C-BD95-4963-BF6F-0B8FB434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DBE9F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BE9F5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BE9F5"/>
                </a:solidFill>
                <a:latin typeface="Tahoma"/>
                <a:ea typeface="Tahoma"/>
                <a:cs typeface="Tahoma"/>
              </a:rPr>
              <a:t>แผน 854 บั๊ก และการเปรียบเทียบ 4 วิธี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C7FB4-CE15-47E4-AAD6-3F448F32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DBE9F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BE9F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BE9F5"/>
                </a:solidFill>
                <a:latin typeface="Tahoma"/>
                <a:ea typeface="Tahoma"/>
                <a:cs typeface="Tahoma"/>
              </a:rPr>
              <a:t>ออมและทีม SQA</a:t>
            </a:r>
          </a:p>
          <a:p xmlns:a="http://schemas.openxmlformats.org/drawingml/2006/main">
            <a:pPr>
              <a:defRPr sz="1950" b="0">
                <a:solidFill>
                  <a:srgbClr val="DBE9F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BE9F5"/>
                </a:solidFill>
                <a:latin typeface="Tahoma"/>
                <a:ea typeface="Tahoma"/>
                <a:cs typeface="Tahoma"/>
              </a:rPr>
              <a:t>ร่างก่อนเปิดผลทดลองหลัก   3 ตุลาคม 2026</a:t>
            </a:r>
          </a:p>
        </p:txBody>
      </p:sp>
    </p:spTree>
    <p:extLst>
      <p:ext uri="{BB962C8B-B14F-4D97-AF65-F5344CB8AC3E}">
        <p14:creationId xmlns:p14="http://schemas.microsoft.com/office/powerpoint/2010/main" val="1763429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836E0-5A8F-4531-A4C2-EBA6FCCE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ขอบเขตและหน่วยที่นับ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F11CE-A570-47DD-8541-C74C8AD6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6ECEE-A78F-4D94-A646-D3D36B7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FB10A-57D6-434D-BE0C-5419DAE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147D80"/>
                </a:solidFill>
                <a:latin typeface="Tahoma"/>
                <a:ea typeface="Tahoma"/>
                <a:cs typeface="Tahoma"/>
              </a:rPr>
              <a:t>854 × 4 × 1 = 3,416 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4D5A6-240B-47A7-9AFB-CD26DFE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854 bugs ใน 17 projects</a:t>
            </a:r>
          </a:p>
          <a:p xmlns:a="http://schemas.openxmlformats.org/drawingml/2006/main">
            <a: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หนึ่งรอบต่อบั๊กต่อวิธี ตามแผนทีม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4354A-106B-4782-ADDB-BD9C416C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Bug     รุ่นบั๊กใน dataset</a:t>
            </a:r>
          </a:p>
          <a:p xmlns:a="http://schemas.openxmlformats.org/drawingml/2006/main">
            <a: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Job      บั๊ก × วิธี × condition × repeat</a:t>
            </a:r>
          </a:p>
          <a:p xmlns:a="http://schemas.openxmlformats.org/drawingml/2006/main">
            <a: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Attempt     การเริ่มทำ stage รวมรอบ retry</a:t>
            </a:r>
          </a:p>
          <a:p xmlns:a="http://schemas.openxmlformats.org/drawingml/2006/main">
            <a: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Test method     เมธอดใน suite ที่สร้างได้</a:t>
            </a:r>
          </a:p>
        </p:txBody>
      </p:sp>
    </p:spTree>
    <p:extLst>
      <p:ext uri="{BB962C8B-B14F-4D97-AF65-F5344CB8AC3E}">
        <p14:creationId xmlns:p14="http://schemas.microsoft.com/office/powerpoint/2010/main" val="544309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5B919-A022-4E95-B011-B9F68033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สี่วิธีตามแผนทีม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0BBE-BF1E-415B-AF50-9FCB503D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CF4E1-BDB2-48B5-80A7-A30682C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E0CA6-FAA8-4B49-BA84-2F46D92532D4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905500"/>
                <a:gridCol w="2095500"/>
                <a:gridCol w="2819400"/>
              </a:tblGrid>
              <a:tr h="742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งานตามแผน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Primary ใหม่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854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ยังไม่เริ่ม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854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ยังไม่เริ่ม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KKU Claude Sonnet 5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854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ยังไม่เริ่ม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KKU Gemini 3.5 Flash Lite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854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ยังไม่เริ่ม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6AD71-2C2A-4184-82B5-9A58B6F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AI ใช้ผ่าน KKU เท่านั้น ทีมยังต้องยืนยัน exact model ID และ settings</a:t>
            </a:r>
          </a:p>
        </p:txBody>
      </p:sp>
    </p:spTree>
    <p:extLst>
      <p:ext uri="{BB962C8B-B14F-4D97-AF65-F5344CB8AC3E}">
        <p14:creationId xmlns:p14="http://schemas.microsoft.com/office/powerpoint/2010/main" val="1478992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6BDC0-BD1B-43CF-9286-30924030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ขั้นตอนตรวจ suite ตาม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A215E-ED1E-4D3A-9195-EB4FB1CF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EE861-269A-4311-930C-DC7070DF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92690-2323-4281-8AD4-1FAF050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47D80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9A641-AB9A-408A-B394-12A085D1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Shared input และการสร้าง 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3F3C2-94B0-4DB7-8A5C-227C0BC5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669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ตรึง source, targets, fixtures และ 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B34F6-A98E-4856-870E-76599067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47D80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FB8C7-7A5F-4F03-92B2-19ED49C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47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Fixed สองรอบ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DA3DA-346A-438A-AEF5-69ACE3B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956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ตรวจ suite bytes เดิมทั้งสองครั้ง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6E181-8213-4123-AAA5-A97580B2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47D80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3AFE2-485E-4D0E-8C0B-6071BBF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766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Buggy และ target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0198F-88A5-4E5E-BF52-B4FB4095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243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เก็บ execution counts, skipped และ target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DB333-9CC0-48C4-97D9-95887BB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47D80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4A4C5-F218-4F80-A04E-F007E4F6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053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Semantic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567B7-7E1B-4037-944A-FEC6BC31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530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ตรวจ receiver, arguments และ oracle จากหลักฐานจริง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1111425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CB786-E5B7-4A39-ADC4-68766735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หลักฐานเตรียมข้อมูลของออม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B0C0-A647-49E3-A5CA-C5E52F5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56FB8-B7B6-4C26-A8EC-39F651C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47B59-7089-4E92-9523-D98D1B8225DB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1619250"/>
                <a:gridCol w="4152900"/>
              </a:tblGrid>
              <a:tr h="742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จำนวน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ความหมาย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บั๊กที่ออมรับผิดชอบ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284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denominator เดิม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เก็บ fixed source แล้ว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284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source context ที่ตรวจแล้ว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Compile ผ่าน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284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fixed build prerequisite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Primary ใหม่สำเร็จ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ยังไม่เปิดทดลองหลัก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FB16-C4B3-4578-B4E5-0F4C0204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Checkout และ compile ผ่านยังต้องรอ shared fixture review และ Gate A</a:t>
            </a:r>
          </a:p>
        </p:txBody>
      </p:sp>
    </p:spTree>
    <p:extLst>
      <p:ext uri="{BB962C8B-B14F-4D97-AF65-F5344CB8AC3E}">
        <p14:creationId xmlns:p14="http://schemas.microsoft.com/office/powerpoint/2010/main" val="1546766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91EA0-8F0F-4506-A406-A8B28F54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หน้าสถานะและหลักฐานต่อบั๊ก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7C67D-1D59-439A-BE50-E09EFD73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34209-7429-44A0-A2E2-2872FC90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FFB2E-7A81-4A85-9216-96C64F0CE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7daf53521402a"/>
          <a:stretch xmlns:a="http://schemas.openxmlformats.org/drawingml/2006/main"/>
        </p:blipFill>
        <p:spPr>
          <a:xfrm xmlns:a="http://schemas.openxmlformats.org/drawingml/2006/main">
            <a:off x="2637455" y="1476375"/>
            <a:ext cx="691709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50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80DDC-A8B8-4749-8CF8-A0682AE1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การซ้อมกู้คิวบนเครื่องเดียว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195A2-A585-4907-8974-AE960876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B91C6-B591-48B7-A5A9-E7EB91C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7E6EC-44FC-4490-A38E-278FC7F5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7D80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47D80"/>
                </a:solidFill>
                <a:latin typeface="Tahoma"/>
                <a:ea typeface="Tahoma"/>
                <a:cs typeface="Tahoma"/>
              </a:rPr>
              <a:t>4 jobs และ 2 attempts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D4D0-C499-4BFF-81F7-C94615D9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Worker process หยุดด้วย exit code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2831F-292D-4E31-95FF-8B7096D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Worker subprocess หยุดฉับพลันหลัง upload</a:t>
            </a:r>
          </a:p>
          <a:p xmlns:a="http://schemas.openxmlformats.org/drawingml/2006/main">
            <a: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Reopen store สองครั้งแล้ว reclaim job เดิม</a:t>
            </a:r>
          </a:p>
          <a:p xmlns:a="http://schemas.openxmlformats.org/drawingml/2006/main">
            <a: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Worker เก่าส่งไฟล์ต่อไม่ได้</a:t>
            </a:r>
          </a:p>
          <a:p xmlns:a="http://schemas.openxmlformats.org/drawingml/2006/main">
            <a:pPr>
              <a:defRPr sz="225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Artifact เดิมยังอยู่ และ disabled generation ไม่มี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BC0A3-B731-4257-B38F-1E4FEB4F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ใช้คิวแยกและจำลอง lease expiry</a:t>
            </a:r>
          </a:p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ยังไม่ได้ทดสอบ cross-machine หรือเรียก KKU จริง</a:t>
            </a:r>
          </a:p>
        </p:txBody>
      </p:sp>
    </p:spTree>
    <p:extLst>
      <p:ext uri="{BB962C8B-B14F-4D97-AF65-F5344CB8AC3E}">
        <p14:creationId xmlns:p14="http://schemas.microsoft.com/office/powerpoint/2010/main" val="2104957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413AF-6088-4BE8-A644-98A0C3E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งานร่วมทีมก่อนเปิด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D0797-F0FD-4B11-B96E-AE6ECE8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3C90B-BDBF-4467-9E4C-B8F7FB7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B8403-EAB6-4FA8-A744-9C8692096C0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7962900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ผู้รับผิดชอบ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หลักฐานที่ยังต้องเติม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บีม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Reviewed fixtures ของ pilot อีก 15 bugs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แชมป์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Settings, limits, quota และ overhead จริง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ออมและทีม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Final hashes, protocol, runner และ Gate A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5F48F-CDB2-436D-BDA3-BD6ACEF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หลังตรวจรับร่วมกัน จึงเปิด pilot 20 bugs × 4 วิธี</a:t>
            </a:r>
          </a:p>
          <a:p xmlns:a="http://schemas.openxmlformats.org/drawingml/2006/main">
            <a:pPr>
              <a:defRPr sz="2100" b="0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วัดผลจริงก่อนขยายครบ 3,416 งานตามแผน</a:t>
            </a:r>
          </a:p>
        </p:txBody>
      </p:sp>
    </p:spTree>
    <p:extLst>
      <p:ext uri="{BB962C8B-B14F-4D97-AF65-F5344CB8AC3E}">
        <p14:creationId xmlns:p14="http://schemas.microsoft.com/office/powerpoint/2010/main" val="200357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01E96-7B1A-4F58-98D5-A0CC0C5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334B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9334B"/>
                </a:solidFill>
                <a:latin typeface="Tahoma"/>
                <a:ea typeface="Tahoma"/>
                <a:cs typeface="Tahoma"/>
              </a:rPr>
              <a:t>ผลเปรียบเทียบที่รอ frozen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A927F-5C03-452F-95E2-BDAD5053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ร่างก่อนเปิดผลทดลองหลัก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F8C28-16FA-4F62-B9D1-19E85C2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4877D-273D-4282-A983-32B41E765095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905500"/>
                <a:gridCol w="2457450"/>
                <a:gridCol w="2457450"/>
              </a:tblGrid>
              <a:tr h="742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Coverage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ตรวจพบบั๊ก</a:t>
                      </a:r>
                    </a:p>
                  </a:txBody>
                  <a:tcPr marL="171450" marR="171450" marT="114300" marB="114300">
                    <a:solidFill>
                      <a:srgbClr val="172D4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KKU Claude Sonnet 5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KKU Gemini 3.5 Flash Lite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34B"/>
                          </a:solidFill>
                          <a:latin typeface="Tahoma"/>
                          <a:ea typeface="Tahoma"/>
                          <a:cs typeface="Tahoma"/>
                        </a:rPr>
                        <a:t>รอหลักฐาน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F5C29-FBD8-4AF7-8C1C-333743B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รายงาน line / condition coverage และ fault efficiency</a:t>
            </a:r>
          </a:p>
          <a:p xmlns:a="http://schemas.openxmlformats.org/drawingml/2006/main">
            <a:pPr>
              <a:defRPr sz="1950" b="0">
                <a:solidFill>
                  <a:srgbClr val="53657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79"/>
                </a:solidFill>
                <a:latin typeface="Tahoma"/>
                <a:ea typeface="Tahoma"/>
                <a:cs typeface="Tahoma"/>
              </a:rPr>
              <a:t>เปิดเผย failures, missing work และจำนวน matched bugs จาก 854</a:t>
            </a:r>
          </a:p>
        </p:txBody>
      </p:sp>
    </p:spTree>
    <p:extLst>
      <p:ext uri="{BB962C8B-B14F-4D97-AF65-F5344CB8AC3E}">
        <p14:creationId xmlns:p14="http://schemas.microsoft.com/office/powerpoint/2010/main" val="1950262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2026-10-03T03:31:27.9350000Z</dcterms:created>
  <dcterms:modified xsi:type="dcterms:W3CDTF">2026-10-03T03:31:27.9350000Z</dcterms:modified>
</coreProperties>
</file>